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slideLayouts/slideLayout3.xml" ContentType="application/vnd.openxmlformats-officedocument.presentationml.slideLayout+xml"/>
  <Override PartName="/ppt/theme/theme3.xml" ContentType="application/vnd.openxmlformats-officedocument.theme+xml"/>
  <Override PartName="/ppt/slideLayouts/slideLayout4.xml" ContentType="application/vnd.openxmlformats-officedocument.presentationml.slideLayout+xml"/>
  <Override PartName="/ppt/theme/theme4.xml" ContentType="application/vnd.openxmlformats-officedocument.theme+xml"/>
  <Override PartName="/ppt/slideLayouts/slideLayout5.xml" ContentType="application/vnd.openxmlformats-officedocument.presentationml.slideLayout+xml"/>
  <Override PartName="/ppt/theme/theme5.xml" ContentType="application/vnd.openxmlformats-officedocument.theme+xml"/>
  <Override PartName="/ppt/slideLayouts/slideLayout6.xml" ContentType="application/vnd.openxmlformats-officedocument.presentationml.slideLayout+xml"/>
  <Override PartName="/ppt/theme/theme6.xml" ContentType="application/vnd.openxmlformats-officedocument.theme+xml"/>
  <Override PartName="/ppt/slideLayouts/slideLayout7.xml" ContentType="application/vnd.openxmlformats-officedocument.presentationml.slideLayout+xml"/>
  <Override PartName="/ppt/theme/theme7.xml" ContentType="application/vnd.openxmlformats-officedocument.theme+xml"/>
  <Override PartName="/ppt/slideLayouts/slideLayout8.xml" ContentType="application/vnd.openxmlformats-officedocument.presentationml.slideLayout+xml"/>
  <Override PartName="/ppt/theme/theme8.xml" ContentType="application/vnd.openxmlformats-officedocument.theme+xml"/>
  <Override PartName="/ppt/slideLayouts/slideLayout9.xml" ContentType="application/vnd.openxmlformats-officedocument.presentationml.slideLayout+xml"/>
  <Override PartName="/ppt/theme/theme9.xml" ContentType="application/vnd.openxmlformats-officedocument.theme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theme/theme10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50" r:id="rId1"/>
    <p:sldMasterId id="2147483652" r:id="rId2"/>
    <p:sldMasterId id="2147483656" r:id="rId3"/>
    <p:sldMasterId id="2147483658" r:id="rId4"/>
    <p:sldMasterId id="2147483660" r:id="rId5"/>
    <p:sldMasterId id="2147483662" r:id="rId6"/>
    <p:sldMasterId id="2147483664" r:id="rId7"/>
    <p:sldMasterId id="2147483666" r:id="rId8"/>
    <p:sldMasterId id="2147483668" r:id="rId9"/>
    <p:sldMasterId id="2147483709" r:id="rId10"/>
  </p:sldMasterIdLst>
  <p:sldIdLst>
    <p:sldId id="256" r:id="rId11"/>
    <p:sldId id="263" r:id="rId12"/>
    <p:sldId id="264" r:id="rId13"/>
    <p:sldId id="265" r:id="rId14"/>
    <p:sldId id="266" r:id="rId15"/>
    <p:sldId id="267" r:id="rId16"/>
  </p:sldIdLst>
  <p:sldSz cx="12192000" cy="6858000"/>
  <p:notesSz cx="7559675" cy="10691813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0" d="100"/>
          <a:sy n="70" d="100"/>
        </p:scale>
        <p:origin x="864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Master" Target="slideMasters/slideMaster8.xml"/><Relationship Id="rId13" Type="http://schemas.openxmlformats.org/officeDocument/2006/relationships/slide" Target="slides/slide3.xml"/><Relationship Id="rId18" Type="http://schemas.openxmlformats.org/officeDocument/2006/relationships/viewProps" Target="viewProps.xml"/><Relationship Id="rId3" Type="http://schemas.openxmlformats.org/officeDocument/2006/relationships/slideMaster" Target="slideMasters/slideMaster3.xml"/><Relationship Id="rId7" Type="http://schemas.openxmlformats.org/officeDocument/2006/relationships/slideMaster" Target="slideMasters/slideMaster7.xml"/><Relationship Id="rId12" Type="http://schemas.openxmlformats.org/officeDocument/2006/relationships/slide" Target="slides/slide2.xml"/><Relationship Id="rId17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6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" Target="slides/slide1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5.xml"/><Relationship Id="rId10" Type="http://schemas.openxmlformats.org/officeDocument/2006/relationships/slideMaster" Target="slideMasters/slideMaster10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4.xml"/><Relationship Id="rId9" Type="http://schemas.openxmlformats.org/officeDocument/2006/relationships/slideMaster" Target="slideMasters/slideMaster9.xml"/><Relationship Id="rId14" Type="http://schemas.openxmlformats.org/officeDocument/2006/relationships/slide" Target="slides/slide4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4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fld id="{B27CC0DA-D091-48B5-8BC9-5885C7CE6CB3}" type="slidenum"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6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7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8"/>
          </p:nvPr>
        </p:nvSpPr>
        <p:spPr/>
        <p:txBody>
          <a:bodyPr/>
          <a:lstStyle/>
          <a:p>
            <a:fld id="{52BC8534-8BFE-4E17-AF93-A30F9E7DC960}" type="slidenum"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9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3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4"/>
          </p:nvPr>
        </p:nvSpPr>
        <p:spPr/>
        <p:txBody>
          <a:bodyPr/>
          <a:lstStyle/>
          <a:p>
            <a:fld id="{07E79118-6AA5-4180-A608-8951762DD659}" type="slidenum"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1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title"/>
          </p:nvPr>
        </p:nvSpPr>
        <p:spPr>
          <a:xfrm>
            <a:off x="1143000" y="609480"/>
            <a:ext cx="9874800" cy="1355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US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" name="PlaceHolder 2"/>
          <p:cNvSpPr>
            <a:spLocks noGrp="1"/>
          </p:cNvSpPr>
          <p:nvPr>
            <p:ph/>
          </p:nvPr>
        </p:nvSpPr>
        <p:spPr>
          <a:xfrm>
            <a:off x="1143000" y="2057400"/>
            <a:ext cx="4817520" cy="4037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" name="PlaceHolder 3"/>
          <p:cNvSpPr>
            <a:spLocks noGrp="1"/>
          </p:cNvSpPr>
          <p:nvPr>
            <p:ph/>
          </p:nvPr>
        </p:nvSpPr>
        <p:spPr>
          <a:xfrm>
            <a:off x="6201720" y="2057400"/>
            <a:ext cx="4817520" cy="4037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6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17"/>
          </p:nvPr>
        </p:nvSpPr>
        <p:spPr/>
        <p:txBody>
          <a:bodyPr/>
          <a:lstStyle/>
          <a:p>
            <a:fld id="{5117B8D0-A2CC-44FF-BF57-70A46B98512B}" type="slidenum">
              <a:t>‹#›</a:t>
            </a:fld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dt" idx="18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9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0"/>
          </p:nvPr>
        </p:nvSpPr>
        <p:spPr/>
        <p:txBody>
          <a:bodyPr/>
          <a:lstStyle/>
          <a:p>
            <a:fld id="{397D2395-72A8-493C-A2C5-8629C0B6AFA0}" type="slidenum"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2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1143000" y="609480"/>
            <a:ext cx="9874800" cy="1355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US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3"/>
          </p:nvPr>
        </p:nvSpPr>
        <p:spPr/>
        <p:txBody>
          <a:bodyPr/>
          <a:lstStyle/>
          <a:p>
            <a:fld id="{7D5350FF-2145-40DF-B6DC-06EB5B09FCC6}" type="slidenum">
              <a:t>‹#›</a:t>
            </a:fld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dt" idx="24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5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6"/>
          </p:nvPr>
        </p:nvSpPr>
        <p:spPr/>
        <p:txBody>
          <a:bodyPr/>
          <a:lstStyle/>
          <a:p>
            <a:fld id="{DB9C8651-EE67-414C-823C-87F00F08DC04}" type="slidenum"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27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8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9"/>
          </p:nvPr>
        </p:nvSpPr>
        <p:spPr/>
        <p:txBody>
          <a:bodyPr/>
          <a:lstStyle/>
          <a:p>
            <a:fld id="{5C280B2E-D9DC-4CBB-89DF-03770CF106DF}" type="slidenum"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30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3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2"/>
          </p:nvPr>
        </p:nvSpPr>
        <p:spPr/>
        <p:txBody>
          <a:bodyPr/>
          <a:lstStyle/>
          <a:p>
            <a:fld id="{76D9FC80-FE31-4B11-9051-C3FFAFBA5AB2}" type="slidenum"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3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ja-JP" altLang="en-US"/>
              <a:t>マスター サブタイトルの書式設定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>
              <a:buNone/>
            </a:pPr>
            <a:r>
              <a:rPr lang="en-US" sz="1400" b="0" strike="noStrike" spc="-1">
                <a:solidFill>
                  <a:srgbClr val="000000"/>
                </a:solidFill>
                <a:latin typeface="Noto Serif JP"/>
              </a:rPr>
              <a:t> 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strike="noStrike" spc="-1">
                <a:solidFill>
                  <a:srgbClr val="000000"/>
                </a:solidFill>
                <a:latin typeface="Noto Serif JP"/>
              </a:rPr>
              <a:t>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747E0CFC-A317-4C09-A5E4-677334BA956E}" type="slidenum">
              <a:rPr lang="en-US" sz="1200" b="0" strike="noStrike" spc="-1" smtClean="0">
                <a:solidFill>
                  <a:schemeClr val="accent1"/>
                </a:solidFill>
                <a:latin typeface="Corbel"/>
              </a:rPr>
              <a:t>‹#›</a:t>
            </a:fld>
            <a:endParaRPr lang="en-US" sz="1200" b="0" strike="noStrike" spc="-1">
              <a:solidFill>
                <a:srgbClr val="000000"/>
              </a:solidFill>
              <a:latin typeface="Noto Serif JP"/>
            </a:endParaRPr>
          </a:p>
        </p:txBody>
      </p:sp>
    </p:spTree>
    <p:extLst>
      <p:ext uri="{BB962C8B-B14F-4D97-AF65-F5344CB8AC3E}">
        <p14:creationId xmlns:p14="http://schemas.microsoft.com/office/powerpoint/2010/main" val="1007864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>
              <a:buNone/>
            </a:pPr>
            <a:r>
              <a:rPr lang="en-US" sz="1400" b="0" strike="noStrike" spc="-1">
                <a:solidFill>
                  <a:srgbClr val="000000"/>
                </a:solidFill>
                <a:latin typeface="Noto Serif JP"/>
              </a:rPr>
              <a:t> 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strike="noStrike" spc="-1">
                <a:solidFill>
                  <a:srgbClr val="000000"/>
                </a:solidFill>
                <a:latin typeface="Noto Serif JP"/>
              </a:rPr>
              <a:t>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747E0CFC-A317-4C09-A5E4-677334BA956E}" type="slidenum">
              <a:rPr lang="en-US" sz="1200" b="0" strike="noStrike" spc="-1" smtClean="0">
                <a:solidFill>
                  <a:schemeClr val="accent1"/>
                </a:solidFill>
                <a:latin typeface="Corbel"/>
              </a:rPr>
              <a:t>‹#›</a:t>
            </a:fld>
            <a:endParaRPr lang="en-US" sz="1200" b="0" strike="noStrike" spc="-1">
              <a:solidFill>
                <a:srgbClr val="000000"/>
              </a:solidFill>
              <a:latin typeface="Noto Serif JP"/>
            </a:endParaRPr>
          </a:p>
        </p:txBody>
      </p:sp>
    </p:spTree>
    <p:extLst>
      <p:ext uri="{BB962C8B-B14F-4D97-AF65-F5344CB8AC3E}">
        <p14:creationId xmlns:p14="http://schemas.microsoft.com/office/powerpoint/2010/main" val="224104617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>
              <a:buNone/>
            </a:pPr>
            <a:r>
              <a:rPr lang="en-US" sz="1400" b="0" strike="noStrike" spc="-1">
                <a:solidFill>
                  <a:srgbClr val="000000"/>
                </a:solidFill>
                <a:latin typeface="Noto Serif JP"/>
              </a:rPr>
              <a:t> 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strike="noStrike" spc="-1">
                <a:solidFill>
                  <a:srgbClr val="000000"/>
                </a:solidFill>
                <a:latin typeface="Noto Serif JP"/>
              </a:rPr>
              <a:t>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747E0CFC-A317-4C09-A5E4-677334BA956E}" type="slidenum">
              <a:rPr lang="en-US" sz="1200" b="0" strike="noStrike" spc="-1" smtClean="0">
                <a:solidFill>
                  <a:schemeClr val="accent1"/>
                </a:solidFill>
                <a:latin typeface="Corbel"/>
              </a:rPr>
              <a:t>‹#›</a:t>
            </a:fld>
            <a:endParaRPr lang="en-US" sz="1200" b="0" strike="noStrike" spc="-1">
              <a:solidFill>
                <a:srgbClr val="000000"/>
              </a:solidFill>
              <a:latin typeface="Noto Serif JP"/>
            </a:endParaRPr>
          </a:p>
        </p:txBody>
      </p:sp>
    </p:spTree>
    <p:extLst>
      <p:ext uri="{BB962C8B-B14F-4D97-AF65-F5344CB8AC3E}">
        <p14:creationId xmlns:p14="http://schemas.microsoft.com/office/powerpoint/2010/main" val="158242044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>
              <a:buNone/>
            </a:pPr>
            <a:r>
              <a:rPr lang="en-US" sz="1400" b="0" strike="noStrike" spc="-1">
                <a:solidFill>
                  <a:srgbClr val="000000"/>
                </a:solidFill>
                <a:latin typeface="Noto Serif JP"/>
              </a:rPr>
              <a:t> 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strike="noStrike" spc="-1">
                <a:solidFill>
                  <a:srgbClr val="000000"/>
                </a:solidFill>
                <a:latin typeface="Noto Serif JP"/>
              </a:rPr>
              <a:t>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747E0CFC-A317-4C09-A5E4-677334BA956E}" type="slidenum">
              <a:rPr lang="en-US" sz="1200" b="0" strike="noStrike" spc="-1" smtClean="0">
                <a:solidFill>
                  <a:schemeClr val="accent1"/>
                </a:solidFill>
                <a:latin typeface="Corbel"/>
              </a:rPr>
              <a:t>‹#›</a:t>
            </a:fld>
            <a:endParaRPr lang="en-US" sz="1200" b="0" strike="noStrike" spc="-1">
              <a:solidFill>
                <a:srgbClr val="000000"/>
              </a:solidFill>
              <a:latin typeface="Noto Serif JP"/>
            </a:endParaRPr>
          </a:p>
        </p:txBody>
      </p:sp>
    </p:spTree>
    <p:extLst>
      <p:ext uri="{BB962C8B-B14F-4D97-AF65-F5344CB8AC3E}">
        <p14:creationId xmlns:p14="http://schemas.microsoft.com/office/powerpoint/2010/main" val="376150085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>
              <a:buNone/>
            </a:pPr>
            <a:r>
              <a:rPr lang="en-US" sz="1400" b="0" strike="noStrike" spc="-1">
                <a:solidFill>
                  <a:srgbClr val="000000"/>
                </a:solidFill>
                <a:latin typeface="Noto Serif JP"/>
              </a:rPr>
              <a:t> 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strike="noStrike" spc="-1">
                <a:solidFill>
                  <a:srgbClr val="000000"/>
                </a:solidFill>
                <a:latin typeface="Noto Serif JP"/>
              </a:rPr>
              <a:t> 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747E0CFC-A317-4C09-A5E4-677334BA956E}" type="slidenum">
              <a:rPr lang="en-US" sz="1200" b="0" strike="noStrike" spc="-1" smtClean="0">
                <a:solidFill>
                  <a:schemeClr val="accent1"/>
                </a:solidFill>
                <a:latin typeface="Corbel"/>
              </a:rPr>
              <a:t>‹#›</a:t>
            </a:fld>
            <a:endParaRPr lang="en-US" sz="1200" b="0" strike="noStrike" spc="-1">
              <a:solidFill>
                <a:srgbClr val="000000"/>
              </a:solidFill>
              <a:latin typeface="Noto Serif JP"/>
            </a:endParaRPr>
          </a:p>
        </p:txBody>
      </p:sp>
    </p:spTree>
    <p:extLst>
      <p:ext uri="{BB962C8B-B14F-4D97-AF65-F5344CB8AC3E}">
        <p14:creationId xmlns:p14="http://schemas.microsoft.com/office/powerpoint/2010/main" val="316950757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>
              <a:buNone/>
            </a:pPr>
            <a:r>
              <a:rPr lang="en-US" sz="1400" b="0" strike="noStrike" spc="-1">
                <a:solidFill>
                  <a:srgbClr val="000000"/>
                </a:solidFill>
                <a:latin typeface="Noto Serif JP"/>
              </a:rPr>
              <a:t> </a:t>
            </a:r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strike="noStrike" spc="-1">
                <a:solidFill>
                  <a:srgbClr val="000000"/>
                </a:solidFill>
                <a:latin typeface="Noto Serif JP"/>
              </a:rPr>
              <a:t> </a:t>
            </a:r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747E0CFC-A317-4C09-A5E4-677334BA956E}" type="slidenum">
              <a:rPr lang="en-US" sz="1200" b="0" strike="noStrike" spc="-1" smtClean="0">
                <a:solidFill>
                  <a:schemeClr val="accent1"/>
                </a:solidFill>
                <a:latin typeface="Corbel"/>
              </a:rPr>
              <a:t>‹#›</a:t>
            </a:fld>
            <a:endParaRPr lang="en-US" sz="1200" b="0" strike="noStrike" spc="-1">
              <a:solidFill>
                <a:srgbClr val="000000"/>
              </a:solidFill>
              <a:latin typeface="Noto Serif JP"/>
            </a:endParaRPr>
          </a:p>
        </p:txBody>
      </p:sp>
    </p:spTree>
    <p:extLst>
      <p:ext uri="{BB962C8B-B14F-4D97-AF65-F5344CB8AC3E}">
        <p14:creationId xmlns:p14="http://schemas.microsoft.com/office/powerpoint/2010/main" val="119612369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>
              <a:buNone/>
            </a:pPr>
            <a:r>
              <a:rPr lang="en-US" sz="1400" b="0" strike="noStrike" spc="-1">
                <a:solidFill>
                  <a:srgbClr val="000000"/>
                </a:solidFill>
                <a:latin typeface="Noto Serif JP"/>
              </a:rPr>
              <a:t> </a:t>
            </a:r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strike="noStrike" spc="-1">
                <a:solidFill>
                  <a:srgbClr val="000000"/>
                </a:solidFill>
                <a:latin typeface="Noto Serif JP"/>
              </a:rPr>
              <a:t> </a:t>
            </a:r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747E0CFC-A317-4C09-A5E4-677334BA956E}" type="slidenum">
              <a:rPr lang="en-US" sz="1200" b="0" strike="noStrike" spc="-1" smtClean="0">
                <a:solidFill>
                  <a:schemeClr val="accent1"/>
                </a:solidFill>
                <a:latin typeface="Corbel"/>
              </a:rPr>
              <a:t>‹#›</a:t>
            </a:fld>
            <a:endParaRPr lang="en-US" sz="1200" b="0" strike="noStrike" spc="-1">
              <a:solidFill>
                <a:srgbClr val="000000"/>
              </a:solidFill>
              <a:latin typeface="Noto Serif JP"/>
            </a:endParaRPr>
          </a:p>
        </p:txBody>
      </p:sp>
    </p:spTree>
    <p:extLst>
      <p:ext uri="{BB962C8B-B14F-4D97-AF65-F5344CB8AC3E}">
        <p14:creationId xmlns:p14="http://schemas.microsoft.com/office/powerpoint/2010/main" val="169197496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3401063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5" y="3129280"/>
            <a:ext cx="3401062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>
              <a:buNone/>
            </a:pPr>
            <a:r>
              <a:rPr lang="en-US" sz="1400" b="0" strike="noStrike" spc="-1">
                <a:solidFill>
                  <a:srgbClr val="000000"/>
                </a:solidFill>
                <a:latin typeface="Noto Serif JP"/>
              </a:rPr>
              <a:t> </a:t>
            </a:r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strike="noStrike" spc="-1">
                <a:solidFill>
                  <a:srgbClr val="000000"/>
                </a:solidFill>
                <a:latin typeface="Noto Serif JP"/>
              </a:rPr>
              <a:t> </a:t>
            </a:r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747E0CFC-A317-4C09-A5E4-677334BA956E}" type="slidenum">
              <a:rPr lang="en-US" sz="1200" b="0" strike="noStrike" spc="-1" smtClean="0">
                <a:solidFill>
                  <a:schemeClr val="accent1"/>
                </a:solidFill>
                <a:latin typeface="Corbel"/>
              </a:rPr>
              <a:t>‹#›</a:t>
            </a:fld>
            <a:endParaRPr lang="en-US" sz="1200" b="0" strike="noStrike" spc="-1">
              <a:solidFill>
                <a:srgbClr val="000000"/>
              </a:solidFill>
              <a:latin typeface="Noto Serif JP"/>
            </a:endParaRPr>
          </a:p>
        </p:txBody>
      </p:sp>
    </p:spTree>
    <p:extLst>
      <p:ext uri="{BB962C8B-B14F-4D97-AF65-F5344CB8AC3E}">
        <p14:creationId xmlns:p14="http://schemas.microsoft.com/office/powerpoint/2010/main" val="412106570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ja-JP" altLang="en-US"/>
              <a:t>アイコンをクリックして図を追加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>
              <a:buNone/>
            </a:pPr>
            <a:r>
              <a:rPr lang="en-US" sz="1400" b="0" strike="noStrike" spc="-1">
                <a:solidFill>
                  <a:srgbClr val="000000"/>
                </a:solidFill>
                <a:latin typeface="Noto Serif JP"/>
              </a:rPr>
              <a:t> 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strike="noStrike" spc="-1">
                <a:solidFill>
                  <a:srgbClr val="000000"/>
                </a:solidFill>
                <a:latin typeface="Noto Serif JP"/>
              </a:rPr>
              <a:t>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747E0CFC-A317-4C09-A5E4-677334BA956E}" type="slidenum">
              <a:rPr lang="en-US" sz="1200" b="0" strike="noStrike" spc="-1" smtClean="0">
                <a:solidFill>
                  <a:schemeClr val="accent1"/>
                </a:solidFill>
                <a:latin typeface="Corbel"/>
              </a:rPr>
              <a:t>‹#›</a:t>
            </a:fld>
            <a:endParaRPr lang="en-US" sz="1200" b="0" strike="noStrike" spc="-1">
              <a:solidFill>
                <a:srgbClr val="000000"/>
              </a:solidFill>
              <a:latin typeface="Noto Serif JP"/>
            </a:endParaRPr>
          </a:p>
        </p:txBody>
      </p:sp>
    </p:spTree>
    <p:extLst>
      <p:ext uri="{BB962C8B-B14F-4D97-AF65-F5344CB8AC3E}">
        <p14:creationId xmlns:p14="http://schemas.microsoft.com/office/powerpoint/2010/main" val="60265473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パノラマ写真 (キャプション付き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799"/>
            <a:ext cx="8825658" cy="3640667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ja-JP" altLang="en-US"/>
              <a:t>アイコンをクリックして図を追加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>
              <a:buNone/>
            </a:pPr>
            <a:r>
              <a:rPr lang="en-US" sz="1400" b="0" strike="noStrike" spc="-1">
                <a:solidFill>
                  <a:srgbClr val="000000"/>
                </a:solidFill>
                <a:latin typeface="Noto Serif JP"/>
              </a:rPr>
              <a:t> 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strike="noStrike" spc="-1">
                <a:solidFill>
                  <a:srgbClr val="000000"/>
                </a:solidFill>
                <a:latin typeface="Noto Serif JP"/>
              </a:rPr>
              <a:t>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747E0CFC-A317-4C09-A5E4-677334BA956E}" type="slidenum">
              <a:rPr lang="en-US" sz="1200" b="0" strike="noStrike" spc="-1" smtClean="0">
                <a:solidFill>
                  <a:schemeClr val="accent1"/>
                </a:solidFill>
                <a:latin typeface="Corbel"/>
              </a:rPr>
              <a:t>‹#›</a:t>
            </a:fld>
            <a:endParaRPr lang="en-US" sz="1200" b="0" strike="noStrike" spc="-1">
              <a:solidFill>
                <a:srgbClr val="000000"/>
              </a:solidFill>
              <a:latin typeface="Noto Serif JP"/>
            </a:endParaRPr>
          </a:p>
        </p:txBody>
      </p:sp>
    </p:spTree>
    <p:extLst>
      <p:ext uri="{BB962C8B-B14F-4D97-AF65-F5344CB8AC3E}">
        <p14:creationId xmlns:p14="http://schemas.microsoft.com/office/powerpoint/2010/main" val="353336429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タイトルとキャプショ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>
              <a:buNone/>
            </a:pPr>
            <a:r>
              <a:rPr lang="en-US" sz="1400" b="0" strike="noStrike" spc="-1">
                <a:solidFill>
                  <a:srgbClr val="000000"/>
                </a:solidFill>
                <a:latin typeface="Noto Serif JP"/>
              </a:rPr>
              <a:t> 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strike="noStrike" spc="-1">
                <a:solidFill>
                  <a:srgbClr val="000000"/>
                </a:solidFill>
                <a:latin typeface="Noto Serif JP"/>
              </a:rPr>
              <a:t>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747E0CFC-A317-4C09-A5E4-677334BA956E}" type="slidenum">
              <a:rPr lang="en-US" sz="1200" b="0" strike="noStrike" spc="-1" smtClean="0">
                <a:solidFill>
                  <a:schemeClr val="accent1"/>
                </a:solidFill>
                <a:latin typeface="Corbel"/>
              </a:rPr>
              <a:t>‹#›</a:t>
            </a:fld>
            <a:endParaRPr lang="en-US" sz="1200" b="0" strike="noStrike" spc="-1">
              <a:solidFill>
                <a:srgbClr val="000000"/>
              </a:solidFill>
              <a:latin typeface="Noto Serif JP"/>
            </a:endParaRPr>
          </a:p>
        </p:txBody>
      </p:sp>
    </p:spTree>
    <p:extLst>
      <p:ext uri="{BB962C8B-B14F-4D97-AF65-F5344CB8AC3E}">
        <p14:creationId xmlns:p14="http://schemas.microsoft.com/office/powerpoint/2010/main" val="207319893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引用 (キャプション付き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0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>
          <a:xfrm>
            <a:off x="1930400" y="3771174"/>
            <a:ext cx="727964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>
              <a:buNone/>
            </a:pPr>
            <a:r>
              <a:rPr lang="en-US" sz="1400" b="0" strike="noStrike" spc="-1">
                <a:solidFill>
                  <a:srgbClr val="000000"/>
                </a:solidFill>
                <a:latin typeface="Noto Serif JP"/>
              </a:rPr>
              <a:t> 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strike="noStrike" spc="-1">
                <a:solidFill>
                  <a:srgbClr val="000000"/>
                </a:solidFill>
                <a:latin typeface="Noto Serif JP"/>
              </a:rPr>
              <a:t>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747E0CFC-A317-4C09-A5E4-677334BA956E}" type="slidenum">
              <a:rPr lang="en-US" sz="1200" b="0" strike="noStrike" spc="-1" smtClean="0">
                <a:solidFill>
                  <a:schemeClr val="accent1"/>
                </a:solidFill>
                <a:latin typeface="Corbel"/>
              </a:rPr>
              <a:t>‹#›</a:t>
            </a:fld>
            <a:endParaRPr lang="en-US" sz="1200" b="0" strike="noStrike" spc="-1">
              <a:solidFill>
                <a:srgbClr val="000000"/>
              </a:solidFill>
              <a:latin typeface="Noto Serif JP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22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ea typeface="+mj-ea"/>
                <a:cs typeface="+mj-cs"/>
              </a:rPr>
              <a:t>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22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ea typeface="+mj-ea"/>
                <a:cs typeface="+mj-cs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82019487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名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59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>
              <a:buNone/>
            </a:pPr>
            <a:r>
              <a:rPr lang="en-US" sz="1400" b="0" strike="noStrike" spc="-1">
                <a:solidFill>
                  <a:srgbClr val="000000"/>
                </a:solidFill>
                <a:latin typeface="Noto Serif JP"/>
              </a:rPr>
              <a:t> 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strike="noStrike" spc="-1">
                <a:solidFill>
                  <a:srgbClr val="000000"/>
                </a:solidFill>
                <a:latin typeface="Noto Serif JP"/>
              </a:rPr>
              <a:t>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747E0CFC-A317-4C09-A5E4-677334BA956E}" type="slidenum">
              <a:rPr lang="en-US" sz="1200" b="0" strike="noStrike" spc="-1" smtClean="0">
                <a:solidFill>
                  <a:schemeClr val="accent1"/>
                </a:solidFill>
                <a:latin typeface="Corbel"/>
              </a:rPr>
              <a:t>‹#›</a:t>
            </a:fld>
            <a:endParaRPr lang="en-US" sz="1200" b="0" strike="noStrike" spc="-1">
              <a:solidFill>
                <a:srgbClr val="000000"/>
              </a:solidFill>
              <a:latin typeface="Noto Serif JP"/>
            </a:endParaRPr>
          </a:p>
        </p:txBody>
      </p:sp>
    </p:spTree>
    <p:extLst>
      <p:ext uri="{BB962C8B-B14F-4D97-AF65-F5344CB8AC3E}">
        <p14:creationId xmlns:p14="http://schemas.microsoft.com/office/powerpoint/2010/main" val="217292186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>
              <a:buNone/>
            </a:pPr>
            <a:r>
              <a:rPr lang="en-US" sz="1400" b="0" strike="noStrike" spc="-1">
                <a:solidFill>
                  <a:srgbClr val="000000"/>
                </a:solidFill>
                <a:latin typeface="Noto Serif JP"/>
              </a:rPr>
              <a:t> </a:t>
            </a:r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strike="noStrike" spc="-1">
                <a:solidFill>
                  <a:srgbClr val="000000"/>
                </a:solidFill>
                <a:latin typeface="Noto Serif JP"/>
              </a:rPr>
              <a:t>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747E0CFC-A317-4C09-A5E4-677334BA956E}" type="slidenum">
              <a:rPr lang="en-US" sz="1200" b="0" strike="noStrike" spc="-1" smtClean="0">
                <a:solidFill>
                  <a:schemeClr val="accent1"/>
                </a:solidFill>
                <a:latin typeface="Corbel"/>
              </a:rPr>
              <a:t>‹#›</a:t>
            </a:fld>
            <a:endParaRPr lang="en-US" sz="1200" b="0" strike="noStrike" spc="-1">
              <a:solidFill>
                <a:srgbClr val="000000"/>
              </a:solidFill>
              <a:latin typeface="Noto Serif JP"/>
            </a:endParaRPr>
          </a:p>
        </p:txBody>
      </p:sp>
    </p:spTree>
    <p:extLst>
      <p:ext uri="{BB962C8B-B14F-4D97-AF65-F5344CB8AC3E}">
        <p14:creationId xmlns:p14="http://schemas.microsoft.com/office/powerpoint/2010/main" val="951884136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つの画像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ja-JP" altLang="en-US"/>
              <a:t>アイコンをクリックして図を追加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ja-JP" altLang="en-US"/>
              <a:t>アイコンをクリックして図を追加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ja-JP" altLang="en-US"/>
              <a:t>アイコンをクリックして図を追加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>
              <a:buNone/>
            </a:pPr>
            <a:r>
              <a:rPr lang="en-US" sz="1400" b="0" strike="noStrike" spc="-1">
                <a:solidFill>
                  <a:srgbClr val="000000"/>
                </a:solidFill>
                <a:latin typeface="Noto Serif JP"/>
              </a:rPr>
              <a:t> </a:t>
            </a:r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strike="noStrike" spc="-1">
                <a:solidFill>
                  <a:srgbClr val="000000"/>
                </a:solidFill>
                <a:latin typeface="Noto Serif JP"/>
              </a:rPr>
              <a:t>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747E0CFC-A317-4C09-A5E4-677334BA956E}" type="slidenum">
              <a:rPr lang="en-US" sz="1200" b="0" strike="noStrike" spc="-1" smtClean="0">
                <a:solidFill>
                  <a:schemeClr val="accent1"/>
                </a:solidFill>
                <a:latin typeface="Corbel"/>
              </a:rPr>
              <a:t>‹#›</a:t>
            </a:fld>
            <a:endParaRPr lang="en-US" sz="1200" b="0" strike="noStrike" spc="-1">
              <a:solidFill>
                <a:srgbClr val="000000"/>
              </a:solidFill>
              <a:latin typeface="Noto Serif JP"/>
            </a:endParaRPr>
          </a:p>
        </p:txBody>
      </p:sp>
    </p:spTree>
    <p:extLst>
      <p:ext uri="{BB962C8B-B14F-4D97-AF65-F5344CB8AC3E}">
        <p14:creationId xmlns:p14="http://schemas.microsoft.com/office/powerpoint/2010/main" val="2072012439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>
              <a:buNone/>
            </a:pPr>
            <a:r>
              <a:rPr lang="en-US" sz="1400" b="0" strike="noStrike" spc="-1">
                <a:solidFill>
                  <a:srgbClr val="000000"/>
                </a:solidFill>
                <a:latin typeface="Noto Serif JP"/>
              </a:rPr>
              <a:t> 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strike="noStrike" spc="-1">
                <a:solidFill>
                  <a:srgbClr val="000000"/>
                </a:solidFill>
                <a:latin typeface="Noto Serif JP"/>
              </a:rPr>
              <a:t>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747E0CFC-A317-4C09-A5E4-677334BA956E}" type="slidenum">
              <a:rPr lang="en-US" sz="1200" b="0" strike="noStrike" spc="-1" smtClean="0">
                <a:solidFill>
                  <a:schemeClr val="accent1"/>
                </a:solidFill>
                <a:latin typeface="Corbel"/>
              </a:rPr>
              <a:t>‹#›</a:t>
            </a:fld>
            <a:endParaRPr lang="en-US" sz="1200" b="0" strike="noStrike" spc="-1">
              <a:solidFill>
                <a:srgbClr val="000000"/>
              </a:solidFill>
              <a:latin typeface="Noto Serif JP"/>
            </a:endParaRPr>
          </a:p>
        </p:txBody>
      </p:sp>
    </p:spTree>
    <p:extLst>
      <p:ext uri="{BB962C8B-B14F-4D97-AF65-F5344CB8AC3E}">
        <p14:creationId xmlns:p14="http://schemas.microsoft.com/office/powerpoint/2010/main" val="1944531926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>
              <a:buNone/>
            </a:pPr>
            <a:r>
              <a:rPr lang="en-US" sz="1400" b="0" strike="noStrike" spc="-1">
                <a:solidFill>
                  <a:srgbClr val="000000"/>
                </a:solidFill>
                <a:latin typeface="Noto Serif JP"/>
              </a:rPr>
              <a:t> 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strike="noStrike" spc="-1">
                <a:solidFill>
                  <a:srgbClr val="000000"/>
                </a:solidFill>
                <a:latin typeface="Noto Serif JP"/>
              </a:rPr>
              <a:t>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747E0CFC-A317-4C09-A5E4-677334BA956E}" type="slidenum">
              <a:rPr lang="en-US" sz="1200" b="0" strike="noStrike" spc="-1" smtClean="0">
                <a:solidFill>
                  <a:schemeClr val="accent1"/>
                </a:solidFill>
                <a:latin typeface="Corbel"/>
              </a:rPr>
              <a:t>‹#›</a:t>
            </a:fld>
            <a:endParaRPr lang="en-US" sz="1200" b="0" strike="noStrike" spc="-1">
              <a:solidFill>
                <a:srgbClr val="000000"/>
              </a:solidFill>
              <a:latin typeface="Noto Serif JP"/>
            </a:endParaRPr>
          </a:p>
        </p:txBody>
      </p:sp>
    </p:spTree>
    <p:extLst>
      <p:ext uri="{BB962C8B-B14F-4D97-AF65-F5344CB8AC3E}">
        <p14:creationId xmlns:p14="http://schemas.microsoft.com/office/powerpoint/2010/main" val="9702961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1143000" y="609480"/>
            <a:ext cx="9874800" cy="1355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US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 type="subTitle"/>
          </p:nvPr>
        </p:nvSpPr>
        <p:spPr>
          <a:xfrm>
            <a:off x="1143000" y="2057400"/>
            <a:ext cx="9872280" cy="4037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9A4D16CF-5FB9-4AD4-9661-CA3996A9BA3F}" type="slidenum">
              <a:t>‹#›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720139529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1143000" y="609480"/>
            <a:ext cx="9874800" cy="1355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US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/>
          </p:nvPr>
        </p:nvSpPr>
        <p:spPr>
          <a:xfrm>
            <a:off x="1143000" y="2057400"/>
            <a:ext cx="9872280" cy="4037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0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1"/>
          </p:nvPr>
        </p:nvSpPr>
        <p:spPr/>
        <p:txBody>
          <a:bodyPr/>
          <a:lstStyle/>
          <a:p>
            <a:fld id="{A83A3E1A-9D9F-40FA-B059-15E8EC2F6CC0}" type="slidenum">
              <a:t>‹#›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12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979678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/Relationships>
</file>

<file path=ppt/slideMasters/_rels/slideMaster3.xml.rels><?xml version="1.0" encoding="UTF-8" standalone="yes"?>
<Relationships xmlns="http://schemas.openxmlformats.org/package/2006/relationships"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3.xml"/></Relationships>
</file>

<file path=ppt/slideMasters/_rels/slideMaster4.xml.rels><?xml version="1.0" encoding="UTF-8" standalone="yes"?>
<Relationships xmlns="http://schemas.openxmlformats.org/package/2006/relationships"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4.xml"/></Relationships>
</file>

<file path=ppt/slideMasters/_rels/slideMaster5.xml.rels><?xml version="1.0" encoding="UTF-8" standalone="yes"?>
<Relationships xmlns="http://schemas.openxmlformats.org/package/2006/relationships"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5.xml"/></Relationships>
</file>

<file path=ppt/slideMasters/_rels/slideMaster6.xml.rels><?xml version="1.0" encoding="UTF-8" standalone="yes"?>
<Relationships xmlns="http://schemas.openxmlformats.org/package/2006/relationships"><Relationship Id="rId2" Type="http://schemas.openxmlformats.org/officeDocument/2006/relationships/theme" Target="../theme/theme6.xml"/><Relationship Id="rId1" Type="http://schemas.openxmlformats.org/officeDocument/2006/relationships/slideLayout" Target="../slideLayouts/slideLayout6.xml"/></Relationships>
</file>

<file path=ppt/slideMasters/_rels/slideMaster7.xml.rels><?xml version="1.0" encoding="UTF-8" standalone="yes"?>
<Relationships xmlns="http://schemas.openxmlformats.org/package/2006/relationships"><Relationship Id="rId2" Type="http://schemas.openxmlformats.org/officeDocument/2006/relationships/theme" Target="../theme/theme7.xml"/><Relationship Id="rId1" Type="http://schemas.openxmlformats.org/officeDocument/2006/relationships/slideLayout" Target="../slideLayouts/slideLayout7.xml"/></Relationships>
</file>

<file path=ppt/slideMasters/_rels/slideMaster8.xml.rels><?xml version="1.0" encoding="UTF-8" standalone="yes"?>
<Relationships xmlns="http://schemas.openxmlformats.org/package/2006/relationships"><Relationship Id="rId2" Type="http://schemas.openxmlformats.org/officeDocument/2006/relationships/theme" Target="../theme/theme8.xml"/><Relationship Id="rId1" Type="http://schemas.openxmlformats.org/officeDocument/2006/relationships/slideLayout" Target="../slideLayouts/slideLayout8.xml"/></Relationships>
</file>

<file path=ppt/slideMasters/_rels/slideMaster9.xml.rels><?xml version="1.0" encoding="UTF-8" standalone="yes"?>
<Relationships xmlns="http://schemas.openxmlformats.org/package/2006/relationships"><Relationship Id="rId2" Type="http://schemas.openxmlformats.org/officeDocument/2006/relationships/theme" Target="../theme/theme9.xml"/><Relationship Id="rId1" Type="http://schemas.openxmlformats.org/officeDocument/2006/relationships/slideLayout" Target="../slideLayouts/slideLayout9.xml"/></Relationships>
</file>

<file path=ppt/slideMasters/_rels/slideMaster10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7.xml"/><Relationship Id="rId13" Type="http://schemas.openxmlformats.org/officeDocument/2006/relationships/slideLayout" Target="../slideLayouts/slideLayout22.xml"/><Relationship Id="rId18" Type="http://schemas.openxmlformats.org/officeDocument/2006/relationships/slideLayout" Target="../slideLayouts/slideLayout27.xml"/><Relationship Id="rId3" Type="http://schemas.openxmlformats.org/officeDocument/2006/relationships/slideLayout" Target="../slideLayouts/slideLayout12.xml"/><Relationship Id="rId21" Type="http://schemas.openxmlformats.org/officeDocument/2006/relationships/image" Target="../media/image2.png"/><Relationship Id="rId7" Type="http://schemas.openxmlformats.org/officeDocument/2006/relationships/slideLayout" Target="../slideLayouts/slideLayout16.xml"/><Relationship Id="rId12" Type="http://schemas.openxmlformats.org/officeDocument/2006/relationships/slideLayout" Target="../slideLayouts/slideLayout21.xml"/><Relationship Id="rId17" Type="http://schemas.openxmlformats.org/officeDocument/2006/relationships/slideLayout" Target="../slideLayouts/slideLayout26.xml"/><Relationship Id="rId2" Type="http://schemas.openxmlformats.org/officeDocument/2006/relationships/slideLayout" Target="../slideLayouts/slideLayout11.xml"/><Relationship Id="rId16" Type="http://schemas.openxmlformats.org/officeDocument/2006/relationships/slideLayout" Target="../slideLayouts/slideLayout25.xml"/><Relationship Id="rId20" Type="http://schemas.openxmlformats.org/officeDocument/2006/relationships/theme" Target="../theme/theme10.xml"/><Relationship Id="rId1" Type="http://schemas.openxmlformats.org/officeDocument/2006/relationships/slideLayout" Target="../slideLayouts/slideLayout10.xml"/><Relationship Id="rId6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0.xml"/><Relationship Id="rId24" Type="http://schemas.openxmlformats.org/officeDocument/2006/relationships/image" Target="../media/image5.png"/><Relationship Id="rId5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24.xml"/><Relationship Id="rId23" Type="http://schemas.openxmlformats.org/officeDocument/2006/relationships/image" Target="../media/image4.png"/><Relationship Id="rId10" Type="http://schemas.openxmlformats.org/officeDocument/2006/relationships/slideLayout" Target="../slideLayouts/slideLayout19.xml"/><Relationship Id="rId19" Type="http://schemas.openxmlformats.org/officeDocument/2006/relationships/slideLayout" Target="../slideLayouts/slideLayout28.xml"/><Relationship Id="rId4" Type="http://schemas.openxmlformats.org/officeDocument/2006/relationships/slideLayout" Target="../slideLayouts/slideLayout13.xml"/><Relationship Id="rId9" Type="http://schemas.openxmlformats.org/officeDocument/2006/relationships/slideLayout" Target="../slideLayouts/slideLayout18.xml"/><Relationship Id="rId14" Type="http://schemas.openxmlformats.org/officeDocument/2006/relationships/slideLayout" Target="../slideLayouts/slideLayout23.xml"/><Relationship Id="rId22" Type="http://schemas.openxmlformats.org/officeDocument/2006/relationships/image" Target="../media/image3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6"/>
          <p:cNvSpPr/>
          <p:nvPr/>
        </p:nvSpPr>
        <p:spPr>
          <a:xfrm>
            <a:off x="231120" y="243720"/>
            <a:ext cx="11723760" cy="6377040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" name="PlaceHolder 1"/>
          <p:cNvSpPr>
            <a:spLocks noGrp="1"/>
          </p:cNvSpPr>
          <p:nvPr>
            <p:ph type="ftr" idx="4"/>
          </p:nvPr>
        </p:nvSpPr>
        <p:spPr>
          <a:xfrm>
            <a:off x="3949200" y="6223680"/>
            <a:ext cx="47170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strike="noStrike" spc="-1">
                <a:solidFill>
                  <a:srgbClr val="000000"/>
                </a:solidFill>
                <a:latin typeface="Noto Serif JP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strike="noStrike" spc="-1">
                <a:solidFill>
                  <a:srgbClr val="000000"/>
                </a:solidFill>
                <a:latin typeface="Noto Serif JP"/>
              </a:rPr>
              <a:t>&lt;フッター&gt;</a:t>
            </a:r>
          </a:p>
        </p:txBody>
      </p:sp>
      <p:sp>
        <p:nvSpPr>
          <p:cNvPr id="12" name="PlaceHolder 2"/>
          <p:cNvSpPr>
            <a:spLocks noGrp="1"/>
          </p:cNvSpPr>
          <p:nvPr>
            <p:ph type="sldNum" idx="5"/>
          </p:nvPr>
        </p:nvSpPr>
        <p:spPr>
          <a:xfrm>
            <a:off x="9329400" y="6223680"/>
            <a:ext cx="170532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strike="noStrike" spc="-1">
                <a:solidFill>
                  <a:schemeClr val="accent1"/>
                </a:solidFill>
                <a:latin typeface="Corbe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73C28478-CE5B-4942-8812-93126EBC69CF}" type="slidenum">
              <a:rPr lang="en-US" sz="1200" b="0" strike="noStrike" spc="-1">
                <a:solidFill>
                  <a:schemeClr val="accent1"/>
                </a:solidFill>
                <a:latin typeface="Corbel"/>
              </a:rPr>
              <a:t>‹#›</a:t>
            </a:fld>
            <a:endParaRPr lang="en-US" sz="1200" b="0" strike="noStrike" spc="-1">
              <a:solidFill>
                <a:srgbClr val="000000"/>
              </a:solidFill>
              <a:latin typeface="Noto Serif JP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dt" idx="6"/>
          </p:nvPr>
        </p:nvSpPr>
        <p:spPr>
          <a:xfrm>
            <a:off x="1143000" y="6223680"/>
            <a:ext cx="2328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>
              <a:buNone/>
              <a:defRPr lang="en-US" sz="1400" b="0" strike="noStrike" spc="-1">
                <a:solidFill>
                  <a:srgbClr val="000000"/>
                </a:solidFill>
                <a:latin typeface="Noto Serif JP"/>
              </a:defRPr>
            </a:lvl1pPr>
          </a:lstStyle>
          <a:p>
            <a:pPr indent="0">
              <a:buNone/>
            </a:pPr>
            <a:r>
              <a:rPr lang="en-US" sz="1400" b="0" strike="noStrike" spc="-1">
                <a:solidFill>
                  <a:srgbClr val="000000"/>
                </a:solidFill>
                <a:latin typeface="Noto Serif JP"/>
              </a:rPr>
              <a:t>&lt;日付/時刻&gt;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6"/>
          <p:cNvSpPr/>
          <p:nvPr/>
        </p:nvSpPr>
        <p:spPr>
          <a:xfrm>
            <a:off x="231120" y="243720"/>
            <a:ext cx="11723760" cy="6377040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" name="PlaceHolder 1"/>
          <p:cNvSpPr>
            <a:spLocks noGrp="1"/>
          </p:cNvSpPr>
          <p:nvPr>
            <p:ph type="ftr" idx="7"/>
          </p:nvPr>
        </p:nvSpPr>
        <p:spPr>
          <a:xfrm>
            <a:off x="3949200" y="6223680"/>
            <a:ext cx="47170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strike="noStrike" spc="-1">
                <a:solidFill>
                  <a:srgbClr val="000000"/>
                </a:solidFill>
                <a:latin typeface="Noto Serif JP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strike="noStrike" spc="-1">
                <a:solidFill>
                  <a:srgbClr val="000000"/>
                </a:solidFill>
                <a:latin typeface="Noto Serif JP"/>
              </a:rPr>
              <a:t>&lt;フッター&gt;</a:t>
            </a:r>
          </a:p>
        </p:txBody>
      </p:sp>
      <p:sp>
        <p:nvSpPr>
          <p:cNvPr id="16" name="PlaceHolder 2"/>
          <p:cNvSpPr>
            <a:spLocks noGrp="1"/>
          </p:cNvSpPr>
          <p:nvPr>
            <p:ph type="sldNum" idx="8"/>
          </p:nvPr>
        </p:nvSpPr>
        <p:spPr>
          <a:xfrm>
            <a:off x="9329400" y="6223680"/>
            <a:ext cx="170532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strike="noStrike" spc="-1">
                <a:solidFill>
                  <a:schemeClr val="accent1"/>
                </a:solidFill>
                <a:latin typeface="Corbe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8F0B257E-39FD-4E4A-A190-D5655867D095}" type="slidenum">
              <a:rPr lang="en-US" sz="1200" b="0" strike="noStrike" spc="-1">
                <a:solidFill>
                  <a:schemeClr val="accent1"/>
                </a:solidFill>
                <a:latin typeface="Corbel"/>
              </a:rPr>
              <a:t>‹#›</a:t>
            </a:fld>
            <a:endParaRPr lang="en-US" sz="1200" b="0" strike="noStrike" spc="-1">
              <a:solidFill>
                <a:srgbClr val="000000"/>
              </a:solidFill>
              <a:latin typeface="Noto Serif JP"/>
            </a:endParaRPr>
          </a:p>
        </p:txBody>
      </p:sp>
      <p:sp>
        <p:nvSpPr>
          <p:cNvPr id="17" name="PlaceHolder 3"/>
          <p:cNvSpPr>
            <a:spLocks noGrp="1"/>
          </p:cNvSpPr>
          <p:nvPr>
            <p:ph type="dt" idx="9"/>
          </p:nvPr>
        </p:nvSpPr>
        <p:spPr>
          <a:xfrm>
            <a:off x="1143000" y="6223680"/>
            <a:ext cx="2328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>
              <a:buNone/>
              <a:defRPr lang="en-US" sz="1400" b="0" strike="noStrike" spc="-1">
                <a:solidFill>
                  <a:srgbClr val="000000"/>
                </a:solidFill>
                <a:latin typeface="Noto Serif JP"/>
              </a:defRPr>
            </a:lvl1pPr>
          </a:lstStyle>
          <a:p>
            <a:pPr indent="0">
              <a:buNone/>
            </a:pPr>
            <a:r>
              <a:rPr lang="en-US" sz="1400" b="0" strike="noStrike" spc="-1">
                <a:solidFill>
                  <a:srgbClr val="000000"/>
                </a:solidFill>
                <a:latin typeface="Noto Serif JP"/>
              </a:rPr>
              <a:t>&lt;日付/時刻&gt;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3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6"/>
          <p:cNvSpPr/>
          <p:nvPr/>
        </p:nvSpPr>
        <p:spPr>
          <a:xfrm>
            <a:off x="231120" y="243720"/>
            <a:ext cx="11723760" cy="6377040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27" name="Straight Connector 6"/>
          <p:cNvCxnSpPr/>
          <p:nvPr/>
        </p:nvCxnSpPr>
        <p:spPr>
          <a:xfrm>
            <a:off x="1981080" y="4020120"/>
            <a:ext cx="8230320" cy="720"/>
          </a:xfrm>
          <a:prstGeom prst="straightConnector1">
            <a:avLst/>
          </a:prstGeom>
          <a:ln w="0">
            <a:solidFill>
              <a:srgbClr val="A6B727"/>
            </a:solidFill>
          </a:ln>
        </p:spPr>
      </p:cxnSp>
      <p:sp>
        <p:nvSpPr>
          <p:cNvPr id="28" name="PlaceHolder 1"/>
          <p:cNvSpPr>
            <a:spLocks noGrp="1"/>
          </p:cNvSpPr>
          <p:nvPr>
            <p:ph type="ftr" idx="13"/>
          </p:nvPr>
        </p:nvSpPr>
        <p:spPr>
          <a:xfrm>
            <a:off x="3949200" y="6223680"/>
            <a:ext cx="47170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strike="noStrike" spc="-1">
                <a:solidFill>
                  <a:srgbClr val="000000"/>
                </a:solidFill>
                <a:latin typeface="Noto Serif JP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strike="noStrike" spc="-1">
                <a:solidFill>
                  <a:srgbClr val="000000"/>
                </a:solidFill>
                <a:latin typeface="Noto Serif JP"/>
              </a:rPr>
              <a:t>&lt;フッター&gt;</a:t>
            </a:r>
          </a:p>
        </p:txBody>
      </p:sp>
      <p:sp>
        <p:nvSpPr>
          <p:cNvPr id="29" name="PlaceHolder 2"/>
          <p:cNvSpPr>
            <a:spLocks noGrp="1"/>
          </p:cNvSpPr>
          <p:nvPr>
            <p:ph type="sldNum" idx="14"/>
          </p:nvPr>
        </p:nvSpPr>
        <p:spPr>
          <a:xfrm>
            <a:off x="9329400" y="6223680"/>
            <a:ext cx="170532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strike="noStrike" spc="-1">
                <a:solidFill>
                  <a:schemeClr val="accent1"/>
                </a:solidFill>
                <a:latin typeface="Corbe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1A67AB61-F69A-4D08-90D1-7B306CCC9CD2}" type="slidenum">
              <a:rPr lang="en-US" sz="1200" b="0" strike="noStrike" spc="-1">
                <a:solidFill>
                  <a:schemeClr val="accent1"/>
                </a:solidFill>
                <a:latin typeface="Corbel"/>
              </a:rPr>
              <a:t>‹#›</a:t>
            </a:fld>
            <a:endParaRPr lang="en-US" sz="1200" b="0" strike="noStrike" spc="-1">
              <a:solidFill>
                <a:srgbClr val="000000"/>
              </a:solidFill>
              <a:latin typeface="Noto Serif JP"/>
            </a:endParaRPr>
          </a:p>
        </p:txBody>
      </p:sp>
      <p:sp>
        <p:nvSpPr>
          <p:cNvPr id="30" name="PlaceHolder 3"/>
          <p:cNvSpPr>
            <a:spLocks noGrp="1"/>
          </p:cNvSpPr>
          <p:nvPr>
            <p:ph type="dt" idx="15"/>
          </p:nvPr>
        </p:nvSpPr>
        <p:spPr>
          <a:xfrm>
            <a:off x="1143000" y="6223680"/>
            <a:ext cx="2328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>
              <a:buNone/>
              <a:defRPr lang="en-US" sz="1400" b="0" strike="noStrike" spc="-1">
                <a:solidFill>
                  <a:srgbClr val="000000"/>
                </a:solidFill>
                <a:latin typeface="Noto Serif JP"/>
              </a:defRPr>
            </a:lvl1pPr>
          </a:lstStyle>
          <a:p>
            <a:pPr indent="0">
              <a:buNone/>
            </a:pPr>
            <a:r>
              <a:rPr lang="en-US" sz="1400" b="0" strike="noStrike" spc="-1">
                <a:solidFill>
                  <a:srgbClr val="000000"/>
                </a:solidFill>
                <a:latin typeface="Noto Serif JP"/>
              </a:rPr>
              <a:t>&lt;日付/時刻&gt;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7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ctangle 6"/>
          <p:cNvSpPr/>
          <p:nvPr/>
        </p:nvSpPr>
        <p:spPr>
          <a:xfrm>
            <a:off x="231120" y="243720"/>
            <a:ext cx="11723760" cy="6377040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1143000" y="609480"/>
            <a:ext cx="9874800" cy="1355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ja-JP" sz="1800" b="0" strike="noStrike" spc="-1">
                <a:solidFill>
                  <a:srgbClr val="000000"/>
                </a:solidFill>
                <a:latin typeface="Arial"/>
              </a:rPr>
              <a:t>クリックしてタイトルテキストを編集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 type="body"/>
          </p:nvPr>
        </p:nvSpPr>
        <p:spPr>
          <a:xfrm>
            <a:off x="1143000" y="2057400"/>
            <a:ext cx="4817160" cy="4037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92222"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ja-JP" sz="1800" b="0" strike="noStrike" spc="-1">
                <a:solidFill>
                  <a:srgbClr val="000000"/>
                </a:solidFill>
                <a:latin typeface="Arial"/>
              </a:rPr>
              <a:t>クリックしてアウトラインのテキストを編集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2</a:t>
            </a:r>
            <a:r>
              <a:rPr lang="ja-JP" sz="1800" b="0" strike="noStrike" spc="-1">
                <a:solidFill>
                  <a:srgbClr val="000000"/>
                </a:solidFill>
                <a:latin typeface="Arial"/>
              </a:rPr>
              <a:t>レベル目のアウトライン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3</a:t>
            </a:r>
            <a:r>
              <a:rPr lang="ja-JP" sz="1800" b="0" strike="noStrike" spc="-1">
                <a:solidFill>
                  <a:srgbClr val="000000"/>
                </a:solidFill>
                <a:latin typeface="Arial"/>
              </a:rPr>
              <a:t>レベル目のアウトライン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4</a:t>
            </a:r>
            <a:r>
              <a:rPr lang="ja-JP" sz="1800" b="0" strike="noStrike" spc="-1">
                <a:solidFill>
                  <a:srgbClr val="000000"/>
                </a:solidFill>
                <a:latin typeface="Arial"/>
              </a:rPr>
              <a:t>レベル目のアウトライン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5</a:t>
            </a:r>
            <a:r>
              <a:rPr lang="ja-JP" sz="1800" b="0" strike="noStrike" spc="-1">
                <a:solidFill>
                  <a:srgbClr val="000000"/>
                </a:solidFill>
                <a:latin typeface="Arial"/>
              </a:rPr>
              <a:t>レベル目のアウトライン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6</a:t>
            </a:r>
            <a:r>
              <a:rPr lang="ja-JP" sz="1800" b="0" strike="noStrike" spc="-1">
                <a:solidFill>
                  <a:srgbClr val="000000"/>
                </a:solidFill>
                <a:latin typeface="Arial"/>
              </a:rPr>
              <a:t>レベル目のアウトライン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7</a:t>
            </a:r>
            <a:r>
              <a:rPr lang="ja-JP" sz="1800" b="0" strike="noStrike" spc="-1">
                <a:solidFill>
                  <a:srgbClr val="000000"/>
                </a:solidFill>
                <a:latin typeface="Arial"/>
              </a:rPr>
              <a:t>レベル目のアウトライン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" name="PlaceHolder 3"/>
          <p:cNvSpPr>
            <a:spLocks noGrp="1"/>
          </p:cNvSpPr>
          <p:nvPr>
            <p:ph type="body"/>
          </p:nvPr>
        </p:nvSpPr>
        <p:spPr>
          <a:xfrm>
            <a:off x="6201720" y="2057400"/>
            <a:ext cx="4817160" cy="4037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92222"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ja-JP" sz="1800" b="0" strike="noStrike" spc="-1">
                <a:solidFill>
                  <a:srgbClr val="000000"/>
                </a:solidFill>
                <a:latin typeface="Arial"/>
              </a:rPr>
              <a:t>クリックしてアウトラインのテキストを編集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2</a:t>
            </a:r>
            <a:r>
              <a:rPr lang="ja-JP" sz="1800" b="0" strike="noStrike" spc="-1">
                <a:solidFill>
                  <a:srgbClr val="000000"/>
                </a:solidFill>
                <a:latin typeface="Arial"/>
              </a:rPr>
              <a:t>レベル目のアウトライン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3</a:t>
            </a:r>
            <a:r>
              <a:rPr lang="ja-JP" sz="1800" b="0" strike="noStrike" spc="-1">
                <a:solidFill>
                  <a:srgbClr val="000000"/>
                </a:solidFill>
                <a:latin typeface="Arial"/>
              </a:rPr>
              <a:t>レベル目のアウトライン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4</a:t>
            </a:r>
            <a:r>
              <a:rPr lang="ja-JP" sz="1800" b="0" strike="noStrike" spc="-1">
                <a:solidFill>
                  <a:srgbClr val="000000"/>
                </a:solidFill>
                <a:latin typeface="Arial"/>
              </a:rPr>
              <a:t>レベル目のアウトライン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5</a:t>
            </a:r>
            <a:r>
              <a:rPr lang="ja-JP" sz="1800" b="0" strike="noStrike" spc="-1">
                <a:solidFill>
                  <a:srgbClr val="000000"/>
                </a:solidFill>
                <a:latin typeface="Arial"/>
              </a:rPr>
              <a:t>レベル目のアウトライン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6</a:t>
            </a:r>
            <a:r>
              <a:rPr lang="ja-JP" sz="1800" b="0" strike="noStrike" spc="-1">
                <a:solidFill>
                  <a:srgbClr val="000000"/>
                </a:solidFill>
                <a:latin typeface="Arial"/>
              </a:rPr>
              <a:t>レベル目のアウトライン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7</a:t>
            </a:r>
            <a:r>
              <a:rPr lang="ja-JP" sz="1800" b="0" strike="noStrike" spc="-1">
                <a:solidFill>
                  <a:srgbClr val="000000"/>
                </a:solidFill>
                <a:latin typeface="Arial"/>
              </a:rPr>
              <a:t>レベル目のアウトライン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" name="PlaceHolder 4"/>
          <p:cNvSpPr>
            <a:spLocks noGrp="1"/>
          </p:cNvSpPr>
          <p:nvPr>
            <p:ph type="ftr" idx="16"/>
          </p:nvPr>
        </p:nvSpPr>
        <p:spPr>
          <a:xfrm>
            <a:off x="3949200" y="6223680"/>
            <a:ext cx="47170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strike="noStrike" spc="-1">
                <a:solidFill>
                  <a:srgbClr val="000000"/>
                </a:solidFill>
                <a:latin typeface="Noto Serif JP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strike="noStrike" spc="-1">
                <a:solidFill>
                  <a:srgbClr val="000000"/>
                </a:solidFill>
                <a:latin typeface="Noto Serif JP"/>
              </a:rPr>
              <a:t>&lt;フッター&gt;</a:t>
            </a:r>
          </a:p>
        </p:txBody>
      </p:sp>
      <p:sp>
        <p:nvSpPr>
          <p:cNvPr id="36" name="PlaceHolder 5"/>
          <p:cNvSpPr>
            <a:spLocks noGrp="1"/>
          </p:cNvSpPr>
          <p:nvPr>
            <p:ph type="sldNum" idx="17"/>
          </p:nvPr>
        </p:nvSpPr>
        <p:spPr>
          <a:xfrm>
            <a:off x="9329400" y="6223680"/>
            <a:ext cx="170532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strike="noStrike" spc="-1">
                <a:solidFill>
                  <a:schemeClr val="accent1"/>
                </a:solidFill>
                <a:latin typeface="Corbe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50891BB0-0EE4-4C44-B756-97BE1BDCFEE7}" type="slidenum">
              <a:rPr lang="en-US" sz="1200" b="0" strike="noStrike" spc="-1">
                <a:solidFill>
                  <a:schemeClr val="accent1"/>
                </a:solidFill>
                <a:latin typeface="Corbel"/>
              </a:rPr>
              <a:t>‹#›</a:t>
            </a:fld>
            <a:endParaRPr lang="en-US" sz="1200" b="0" strike="noStrike" spc="-1">
              <a:solidFill>
                <a:srgbClr val="000000"/>
              </a:solidFill>
              <a:latin typeface="Noto Serif JP"/>
            </a:endParaRPr>
          </a:p>
        </p:txBody>
      </p:sp>
      <p:sp>
        <p:nvSpPr>
          <p:cNvPr id="37" name="PlaceHolder 6"/>
          <p:cNvSpPr>
            <a:spLocks noGrp="1"/>
          </p:cNvSpPr>
          <p:nvPr>
            <p:ph type="dt" idx="18"/>
          </p:nvPr>
        </p:nvSpPr>
        <p:spPr>
          <a:xfrm>
            <a:off x="1143000" y="6223680"/>
            <a:ext cx="2328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>
              <a:buNone/>
              <a:defRPr lang="en-US" sz="1400" b="0" strike="noStrike" spc="-1">
                <a:solidFill>
                  <a:srgbClr val="000000"/>
                </a:solidFill>
                <a:latin typeface="Noto Serif JP"/>
              </a:defRPr>
            </a:lvl1pPr>
          </a:lstStyle>
          <a:p>
            <a:pPr indent="0">
              <a:buNone/>
            </a:pPr>
            <a:r>
              <a:rPr lang="en-US" sz="1400" b="0" strike="noStrike" spc="-1">
                <a:solidFill>
                  <a:srgbClr val="000000"/>
                </a:solidFill>
                <a:latin typeface="Noto Serif JP"/>
              </a:rPr>
              <a:t>&lt;日付/時刻&gt;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Rectangle 6"/>
          <p:cNvSpPr/>
          <p:nvPr/>
        </p:nvSpPr>
        <p:spPr>
          <a:xfrm>
            <a:off x="231120" y="243720"/>
            <a:ext cx="11723760" cy="6377040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" name="PlaceHolder 1"/>
          <p:cNvSpPr>
            <a:spLocks noGrp="1"/>
          </p:cNvSpPr>
          <p:nvPr>
            <p:ph type="ftr" idx="19"/>
          </p:nvPr>
        </p:nvSpPr>
        <p:spPr>
          <a:xfrm>
            <a:off x="3949200" y="6223680"/>
            <a:ext cx="47170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strike="noStrike" spc="-1">
                <a:solidFill>
                  <a:srgbClr val="000000"/>
                </a:solidFill>
                <a:latin typeface="Noto Serif JP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strike="noStrike" spc="-1">
                <a:solidFill>
                  <a:srgbClr val="000000"/>
                </a:solidFill>
                <a:latin typeface="Noto Serif JP"/>
              </a:rPr>
              <a:t>&lt;フッター&gt;</a:t>
            </a:r>
          </a:p>
        </p:txBody>
      </p:sp>
      <p:sp>
        <p:nvSpPr>
          <p:cNvPr id="43" name="PlaceHolder 2"/>
          <p:cNvSpPr>
            <a:spLocks noGrp="1"/>
          </p:cNvSpPr>
          <p:nvPr>
            <p:ph type="sldNum" idx="20"/>
          </p:nvPr>
        </p:nvSpPr>
        <p:spPr>
          <a:xfrm>
            <a:off x="9329400" y="6223680"/>
            <a:ext cx="170532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strike="noStrike" spc="-1">
                <a:solidFill>
                  <a:schemeClr val="accent1"/>
                </a:solidFill>
                <a:latin typeface="Corbe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71E994C3-07B7-4253-862D-E4F70739E0BF}" type="slidenum">
              <a:rPr lang="en-US" sz="1200" b="0" strike="noStrike" spc="-1">
                <a:solidFill>
                  <a:schemeClr val="accent1"/>
                </a:solidFill>
                <a:latin typeface="Corbel"/>
              </a:rPr>
              <a:t>‹#›</a:t>
            </a:fld>
            <a:endParaRPr lang="en-US" sz="1200" b="0" strike="noStrike" spc="-1">
              <a:solidFill>
                <a:srgbClr val="000000"/>
              </a:solidFill>
              <a:latin typeface="Noto Serif JP"/>
            </a:endParaRPr>
          </a:p>
        </p:txBody>
      </p:sp>
      <p:sp>
        <p:nvSpPr>
          <p:cNvPr id="44" name="PlaceHolder 3"/>
          <p:cNvSpPr>
            <a:spLocks noGrp="1"/>
          </p:cNvSpPr>
          <p:nvPr>
            <p:ph type="dt" idx="21"/>
          </p:nvPr>
        </p:nvSpPr>
        <p:spPr>
          <a:xfrm>
            <a:off x="1143000" y="6223680"/>
            <a:ext cx="2328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>
              <a:buNone/>
              <a:defRPr lang="en-US" sz="1400" b="0" strike="noStrike" spc="-1">
                <a:solidFill>
                  <a:srgbClr val="000000"/>
                </a:solidFill>
                <a:latin typeface="Noto Serif JP"/>
              </a:defRPr>
            </a:lvl1pPr>
          </a:lstStyle>
          <a:p>
            <a:pPr indent="0">
              <a:buNone/>
            </a:pPr>
            <a:r>
              <a:rPr lang="en-US" sz="1400" b="0" strike="noStrike" spc="-1">
                <a:solidFill>
                  <a:srgbClr val="000000"/>
                </a:solidFill>
                <a:latin typeface="Noto Serif JP"/>
              </a:rPr>
              <a:t>&lt;日付/時刻&gt;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Rectangle 6"/>
          <p:cNvSpPr/>
          <p:nvPr/>
        </p:nvSpPr>
        <p:spPr>
          <a:xfrm>
            <a:off x="231120" y="243720"/>
            <a:ext cx="11723760" cy="6377040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1143000" y="609480"/>
            <a:ext cx="9874800" cy="1355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ja-JP" sz="1800" b="0" strike="noStrike" spc="-1">
                <a:solidFill>
                  <a:srgbClr val="000000"/>
                </a:solidFill>
                <a:latin typeface="Arial"/>
              </a:rPr>
              <a:t>クリックしてタイトルテキストを編集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 type="ftr" idx="22"/>
          </p:nvPr>
        </p:nvSpPr>
        <p:spPr>
          <a:xfrm>
            <a:off x="3949200" y="6223680"/>
            <a:ext cx="47170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strike="noStrike" spc="-1">
                <a:solidFill>
                  <a:srgbClr val="000000"/>
                </a:solidFill>
                <a:latin typeface="Noto Serif JP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strike="noStrike" spc="-1">
                <a:solidFill>
                  <a:srgbClr val="000000"/>
                </a:solidFill>
                <a:latin typeface="Noto Serif JP"/>
              </a:rPr>
              <a:t>&lt;フッター&gt;</a:t>
            </a:r>
          </a:p>
        </p:txBody>
      </p:sp>
      <p:sp>
        <p:nvSpPr>
          <p:cNvPr id="48" name="PlaceHolder 3"/>
          <p:cNvSpPr>
            <a:spLocks noGrp="1"/>
          </p:cNvSpPr>
          <p:nvPr>
            <p:ph type="sldNum" idx="23"/>
          </p:nvPr>
        </p:nvSpPr>
        <p:spPr>
          <a:xfrm>
            <a:off x="9329400" y="6223680"/>
            <a:ext cx="170532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strike="noStrike" spc="-1">
                <a:solidFill>
                  <a:schemeClr val="accent1"/>
                </a:solidFill>
                <a:latin typeface="Corbe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D6351999-D726-4A7C-989A-224CDAAD722B}" type="slidenum">
              <a:rPr lang="en-US" sz="1200" b="0" strike="noStrike" spc="-1">
                <a:solidFill>
                  <a:schemeClr val="accent1"/>
                </a:solidFill>
                <a:latin typeface="Corbel"/>
              </a:rPr>
              <a:t>‹#›</a:t>
            </a:fld>
            <a:endParaRPr lang="en-US" sz="1200" b="0" strike="noStrike" spc="-1">
              <a:solidFill>
                <a:srgbClr val="000000"/>
              </a:solidFill>
              <a:latin typeface="Noto Serif JP"/>
            </a:endParaRPr>
          </a:p>
        </p:txBody>
      </p:sp>
      <p:sp>
        <p:nvSpPr>
          <p:cNvPr id="49" name="PlaceHolder 4"/>
          <p:cNvSpPr>
            <a:spLocks noGrp="1"/>
          </p:cNvSpPr>
          <p:nvPr>
            <p:ph type="dt" idx="24"/>
          </p:nvPr>
        </p:nvSpPr>
        <p:spPr>
          <a:xfrm>
            <a:off x="1143000" y="6223680"/>
            <a:ext cx="2328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>
              <a:buNone/>
              <a:defRPr lang="en-US" sz="1400" b="0" strike="noStrike" spc="-1">
                <a:solidFill>
                  <a:srgbClr val="000000"/>
                </a:solidFill>
                <a:latin typeface="Noto Serif JP"/>
              </a:defRPr>
            </a:lvl1pPr>
          </a:lstStyle>
          <a:p>
            <a:pPr indent="0">
              <a:buNone/>
            </a:pPr>
            <a:r>
              <a:rPr lang="en-US" sz="1400" b="0" strike="noStrike" spc="-1">
                <a:solidFill>
                  <a:srgbClr val="000000"/>
                </a:solidFill>
                <a:latin typeface="Noto Serif JP"/>
              </a:rPr>
              <a:t>&lt;日付/時刻&gt;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Rectangle 6"/>
          <p:cNvSpPr/>
          <p:nvPr/>
        </p:nvSpPr>
        <p:spPr>
          <a:xfrm>
            <a:off x="231120" y="243720"/>
            <a:ext cx="11723760" cy="6377040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" name="PlaceHolder 1"/>
          <p:cNvSpPr>
            <a:spLocks noGrp="1"/>
          </p:cNvSpPr>
          <p:nvPr>
            <p:ph type="ftr" idx="25"/>
          </p:nvPr>
        </p:nvSpPr>
        <p:spPr>
          <a:xfrm>
            <a:off x="3949200" y="6223680"/>
            <a:ext cx="47170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strike="noStrike" spc="-1">
                <a:solidFill>
                  <a:srgbClr val="000000"/>
                </a:solidFill>
                <a:latin typeface="Noto Serif JP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strike="noStrike" spc="-1">
                <a:solidFill>
                  <a:srgbClr val="000000"/>
                </a:solidFill>
                <a:latin typeface="Noto Serif JP"/>
              </a:rPr>
              <a:t>&lt;フッター&gt;</a:t>
            </a:r>
          </a:p>
        </p:txBody>
      </p:sp>
      <p:sp>
        <p:nvSpPr>
          <p:cNvPr id="53" name="PlaceHolder 2"/>
          <p:cNvSpPr>
            <a:spLocks noGrp="1"/>
          </p:cNvSpPr>
          <p:nvPr>
            <p:ph type="sldNum" idx="26"/>
          </p:nvPr>
        </p:nvSpPr>
        <p:spPr>
          <a:xfrm>
            <a:off x="9329400" y="6223680"/>
            <a:ext cx="170532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strike="noStrike" spc="-1">
                <a:solidFill>
                  <a:schemeClr val="accent1"/>
                </a:solidFill>
                <a:latin typeface="Corbe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4F98BA6B-CEF6-4A10-95F1-E013BF251A9E}" type="slidenum">
              <a:rPr lang="en-US" sz="1200" b="0" strike="noStrike" spc="-1">
                <a:solidFill>
                  <a:schemeClr val="accent1"/>
                </a:solidFill>
                <a:latin typeface="Corbel"/>
              </a:rPr>
              <a:t>‹#›</a:t>
            </a:fld>
            <a:endParaRPr lang="en-US" sz="1200" b="0" strike="noStrike" spc="-1">
              <a:solidFill>
                <a:srgbClr val="000000"/>
              </a:solidFill>
              <a:latin typeface="Noto Serif JP"/>
            </a:endParaRPr>
          </a:p>
        </p:txBody>
      </p:sp>
      <p:sp>
        <p:nvSpPr>
          <p:cNvPr id="54" name="PlaceHolder 3"/>
          <p:cNvSpPr>
            <a:spLocks noGrp="1"/>
          </p:cNvSpPr>
          <p:nvPr>
            <p:ph type="dt" idx="27"/>
          </p:nvPr>
        </p:nvSpPr>
        <p:spPr>
          <a:xfrm>
            <a:off x="1143000" y="6223680"/>
            <a:ext cx="2328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>
              <a:buNone/>
              <a:defRPr lang="en-US" sz="1400" b="0" strike="noStrike" spc="-1">
                <a:solidFill>
                  <a:srgbClr val="000000"/>
                </a:solidFill>
                <a:latin typeface="Noto Serif JP"/>
              </a:defRPr>
            </a:lvl1pPr>
          </a:lstStyle>
          <a:p>
            <a:pPr indent="0">
              <a:buNone/>
            </a:pPr>
            <a:r>
              <a:rPr lang="en-US" sz="1400" b="0" strike="noStrike" spc="-1">
                <a:solidFill>
                  <a:srgbClr val="000000"/>
                </a:solidFill>
                <a:latin typeface="Noto Serif JP"/>
              </a:rPr>
              <a:t>&lt;日付/時刻&gt;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5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Rectangle 6"/>
          <p:cNvSpPr/>
          <p:nvPr/>
        </p:nvSpPr>
        <p:spPr>
          <a:xfrm>
            <a:off x="231120" y="243720"/>
            <a:ext cx="11723760" cy="6377040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" name="PlaceHolder 1"/>
          <p:cNvSpPr>
            <a:spLocks noGrp="1"/>
          </p:cNvSpPr>
          <p:nvPr>
            <p:ph type="ftr" idx="28"/>
          </p:nvPr>
        </p:nvSpPr>
        <p:spPr>
          <a:xfrm>
            <a:off x="3949200" y="6223680"/>
            <a:ext cx="47170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strike="noStrike" spc="-1">
                <a:solidFill>
                  <a:srgbClr val="000000"/>
                </a:solidFill>
                <a:latin typeface="Noto Serif JP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strike="noStrike" spc="-1">
                <a:solidFill>
                  <a:srgbClr val="000000"/>
                </a:solidFill>
                <a:latin typeface="Noto Serif JP"/>
              </a:rPr>
              <a:t>&lt;フッター&gt;</a:t>
            </a:r>
          </a:p>
        </p:txBody>
      </p:sp>
      <p:sp>
        <p:nvSpPr>
          <p:cNvPr id="57" name="PlaceHolder 2"/>
          <p:cNvSpPr>
            <a:spLocks noGrp="1"/>
          </p:cNvSpPr>
          <p:nvPr>
            <p:ph type="sldNum" idx="29"/>
          </p:nvPr>
        </p:nvSpPr>
        <p:spPr>
          <a:xfrm>
            <a:off x="9329400" y="6223680"/>
            <a:ext cx="170532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strike="noStrike" spc="-1">
                <a:solidFill>
                  <a:schemeClr val="accent1"/>
                </a:solidFill>
                <a:latin typeface="Corbe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87B99CAE-6F5D-4798-A819-4F7534482F6C}" type="slidenum">
              <a:rPr lang="en-US" sz="1200" b="0" strike="noStrike" spc="-1">
                <a:solidFill>
                  <a:schemeClr val="accent1"/>
                </a:solidFill>
                <a:latin typeface="Corbel"/>
              </a:rPr>
              <a:t>‹#›</a:t>
            </a:fld>
            <a:endParaRPr lang="en-US" sz="1200" b="0" strike="noStrike" spc="-1">
              <a:solidFill>
                <a:srgbClr val="000000"/>
              </a:solidFill>
              <a:latin typeface="Noto Serif JP"/>
            </a:endParaRPr>
          </a:p>
        </p:txBody>
      </p:sp>
      <p:sp>
        <p:nvSpPr>
          <p:cNvPr id="58" name="PlaceHolder 3"/>
          <p:cNvSpPr>
            <a:spLocks noGrp="1"/>
          </p:cNvSpPr>
          <p:nvPr>
            <p:ph type="dt" idx="30"/>
          </p:nvPr>
        </p:nvSpPr>
        <p:spPr>
          <a:xfrm>
            <a:off x="1143000" y="6223680"/>
            <a:ext cx="2328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>
              <a:buNone/>
              <a:defRPr lang="en-US" sz="1400" b="0" strike="noStrike" spc="-1">
                <a:solidFill>
                  <a:srgbClr val="000000"/>
                </a:solidFill>
                <a:latin typeface="Noto Serif JP"/>
              </a:defRPr>
            </a:lvl1pPr>
          </a:lstStyle>
          <a:p>
            <a:pPr indent="0">
              <a:buNone/>
            </a:pPr>
            <a:r>
              <a:rPr lang="en-US" sz="1400" b="0" strike="noStrike" spc="-1">
                <a:solidFill>
                  <a:srgbClr val="000000"/>
                </a:solidFill>
                <a:latin typeface="Noto Serif JP"/>
              </a:rPr>
              <a:t>&lt;日付/時刻&gt;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Rectangle 6"/>
          <p:cNvSpPr/>
          <p:nvPr/>
        </p:nvSpPr>
        <p:spPr>
          <a:xfrm>
            <a:off x="231120" y="243720"/>
            <a:ext cx="11723760" cy="6377040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" name="PlaceHolder 1"/>
          <p:cNvSpPr>
            <a:spLocks noGrp="1"/>
          </p:cNvSpPr>
          <p:nvPr>
            <p:ph type="ftr" idx="31"/>
          </p:nvPr>
        </p:nvSpPr>
        <p:spPr>
          <a:xfrm>
            <a:off x="3949200" y="6223680"/>
            <a:ext cx="47170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strike="noStrike" spc="-1">
                <a:solidFill>
                  <a:srgbClr val="000000"/>
                </a:solidFill>
                <a:latin typeface="Noto Serif JP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strike="noStrike" spc="-1">
                <a:solidFill>
                  <a:srgbClr val="000000"/>
                </a:solidFill>
                <a:latin typeface="Noto Serif JP"/>
              </a:rPr>
              <a:t>&lt;フッター&gt;</a:t>
            </a:r>
          </a:p>
        </p:txBody>
      </p:sp>
      <p:sp>
        <p:nvSpPr>
          <p:cNvPr id="61" name="PlaceHolder 2"/>
          <p:cNvSpPr>
            <a:spLocks noGrp="1"/>
          </p:cNvSpPr>
          <p:nvPr>
            <p:ph type="sldNum" idx="32"/>
          </p:nvPr>
        </p:nvSpPr>
        <p:spPr>
          <a:xfrm>
            <a:off x="9329400" y="6223680"/>
            <a:ext cx="170532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strike="noStrike" spc="-1">
                <a:solidFill>
                  <a:schemeClr val="accent1"/>
                </a:solidFill>
                <a:latin typeface="Corbe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EB024C01-717F-454B-8FD3-7F3610DA8091}" type="slidenum">
              <a:rPr lang="en-US" sz="1200" b="0" strike="noStrike" spc="-1">
                <a:solidFill>
                  <a:schemeClr val="accent1"/>
                </a:solidFill>
                <a:latin typeface="Corbel"/>
              </a:rPr>
              <a:t>‹#›</a:t>
            </a:fld>
            <a:endParaRPr lang="en-US" sz="1200" b="0" strike="noStrike" spc="-1">
              <a:solidFill>
                <a:srgbClr val="000000"/>
              </a:solidFill>
              <a:latin typeface="Noto Serif JP"/>
            </a:endParaRPr>
          </a:p>
        </p:txBody>
      </p:sp>
      <p:sp>
        <p:nvSpPr>
          <p:cNvPr id="62" name="PlaceHolder 3"/>
          <p:cNvSpPr>
            <a:spLocks noGrp="1"/>
          </p:cNvSpPr>
          <p:nvPr>
            <p:ph type="dt" idx="33"/>
          </p:nvPr>
        </p:nvSpPr>
        <p:spPr>
          <a:xfrm>
            <a:off x="1143000" y="6223680"/>
            <a:ext cx="2328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>
              <a:buNone/>
              <a:defRPr lang="en-US" sz="1400" b="0" strike="noStrike" spc="-1">
                <a:solidFill>
                  <a:srgbClr val="000000"/>
                </a:solidFill>
                <a:latin typeface="Noto Serif JP"/>
              </a:defRPr>
            </a:lvl1pPr>
          </a:lstStyle>
          <a:p>
            <a:pPr indent="0">
              <a:buNone/>
            </a:pPr>
            <a:r>
              <a:rPr lang="en-US" sz="1400" b="0" strike="noStrike" spc="-1">
                <a:solidFill>
                  <a:srgbClr val="000000"/>
                </a:solidFill>
                <a:latin typeface="Noto Serif JP"/>
              </a:rPr>
              <a:t>&lt;日付/時刻&gt;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44"/>
          <a:stretch/>
        </p:blipFill>
        <p:spPr>
          <a:xfrm>
            <a:off x="0" y="2669685"/>
            <a:ext cx="4035669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accent5">
                  <a:alpha val="7000"/>
                </a:schemeClr>
              </a:gs>
              <a:gs pos="69000">
                <a:schemeClr val="accent5">
                  <a:alpha val="0"/>
                </a:schemeClr>
              </a:gs>
              <a:gs pos="36000">
                <a:schemeClr val="accent5"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9012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pPr indent="0">
              <a:buNone/>
            </a:pPr>
            <a:r>
              <a:rPr lang="en-US" sz="1400" b="0" strike="noStrike" spc="-1">
                <a:solidFill>
                  <a:srgbClr val="000000"/>
                </a:solidFill>
                <a:latin typeface="Noto Serif JP"/>
              </a:rPr>
              <a:t>&lt;日付/時刻&gt;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strike="noStrike" spc="-1">
                <a:solidFill>
                  <a:srgbClr val="000000"/>
                </a:solidFill>
                <a:latin typeface="Noto Serif JP"/>
              </a:rPr>
              <a:t>&lt;フッター&gt;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73C28478-CE5B-4942-8812-93126EBC69CF}" type="slidenum">
              <a:rPr lang="en-US" sz="1200" b="0" strike="noStrike" spc="-1" smtClean="0">
                <a:solidFill>
                  <a:schemeClr val="accent1"/>
                </a:solidFill>
                <a:latin typeface="Corbel"/>
              </a:rPr>
              <a:t>‹#›</a:t>
            </a:fld>
            <a:endParaRPr lang="en-US" sz="1200" b="0" strike="noStrike" spc="-1">
              <a:solidFill>
                <a:srgbClr val="000000"/>
              </a:solidFill>
              <a:latin typeface="Noto Serif JP"/>
            </a:endParaRPr>
          </a:p>
        </p:txBody>
      </p:sp>
    </p:spTree>
    <p:extLst>
      <p:ext uri="{BB962C8B-B14F-4D97-AF65-F5344CB8AC3E}">
        <p14:creationId xmlns:p14="http://schemas.microsoft.com/office/powerpoint/2010/main" val="12149620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10" r:id="rId1"/>
    <p:sldLayoutId id="2147483711" r:id="rId2"/>
    <p:sldLayoutId id="2147483712" r:id="rId3"/>
    <p:sldLayoutId id="2147483713" r:id="rId4"/>
    <p:sldLayoutId id="2147483714" r:id="rId5"/>
    <p:sldLayoutId id="2147483715" r:id="rId6"/>
    <p:sldLayoutId id="2147483716" r:id="rId7"/>
    <p:sldLayoutId id="2147483717" r:id="rId8"/>
    <p:sldLayoutId id="2147483718" r:id="rId9"/>
    <p:sldLayoutId id="2147483719" r:id="rId10"/>
    <p:sldLayoutId id="2147483720" r:id="rId11"/>
    <p:sldLayoutId id="2147483721" r:id="rId12"/>
    <p:sldLayoutId id="2147483722" r:id="rId13"/>
    <p:sldLayoutId id="2147483723" r:id="rId14"/>
    <p:sldLayoutId id="2147483724" r:id="rId15"/>
    <p:sldLayoutId id="2147483725" r:id="rId16"/>
    <p:sldLayoutId id="2147483726" r:id="rId17"/>
    <p:sldLayoutId id="2147483727" r:id="rId18"/>
    <p:sldLayoutId id="2147483728" r:id="rId19"/>
  </p:sldLayoutIdLst>
  <p:txStyles>
    <p:titleStyle>
      <a:lvl1pPr algn="l" defTabSz="457200" rtl="0" eaLnBrk="1" latinLnBrk="0" hangingPunct="1">
        <a:spcBef>
          <a:spcPct val="0"/>
        </a:spcBef>
        <a:buNone/>
        <a:defRPr kumimoji="1"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 kumimoji="1">
          <a:solidFill>
            <a:schemeClr val="tx2"/>
          </a:solidFill>
        </a:defRPr>
      </a:lvl2pPr>
      <a:lvl3pPr eaLnBrk="1" hangingPunct="1">
        <a:defRPr kumimoji="1">
          <a:solidFill>
            <a:schemeClr val="tx2"/>
          </a:solidFill>
        </a:defRPr>
      </a:lvl3pPr>
      <a:lvl4pPr eaLnBrk="1" hangingPunct="1">
        <a:defRPr kumimoji="1">
          <a:solidFill>
            <a:schemeClr val="tx2"/>
          </a:solidFill>
        </a:defRPr>
      </a:lvl4pPr>
      <a:lvl5pPr eaLnBrk="1" hangingPunct="1">
        <a:defRPr kumimoji="1">
          <a:solidFill>
            <a:schemeClr val="tx2"/>
          </a:solidFill>
        </a:defRPr>
      </a:lvl5pPr>
      <a:lvl6pPr eaLnBrk="1" hangingPunct="1">
        <a:defRPr kumimoji="1">
          <a:solidFill>
            <a:schemeClr val="tx2"/>
          </a:solidFill>
        </a:defRPr>
      </a:lvl6pPr>
      <a:lvl7pPr eaLnBrk="1" hangingPunct="1">
        <a:defRPr kumimoji="1">
          <a:solidFill>
            <a:schemeClr val="tx2"/>
          </a:solidFill>
        </a:defRPr>
      </a:lvl7pPr>
      <a:lvl8pPr eaLnBrk="1" hangingPunct="1">
        <a:defRPr kumimoji="1">
          <a:solidFill>
            <a:schemeClr val="tx2"/>
          </a:solidFill>
        </a:defRPr>
      </a:lvl8pPr>
      <a:lvl9pPr eaLnBrk="1" hangingPunct="1">
        <a:defRPr kumimoji="1"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kumimoji="1"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kumimoji="1"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kumimoji="1"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kumimoji="1"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kumimoji="1"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kumimoji="1"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kumimoji="1"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kumimoji="1"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kumimoji="1"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8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PlaceHolder 2"/>
          <p:cNvSpPr>
            <a:spLocks noGrp="1"/>
          </p:cNvSpPr>
          <p:nvPr>
            <p:ph type="subTitle"/>
          </p:nvPr>
        </p:nvSpPr>
        <p:spPr>
          <a:xfrm>
            <a:off x="859808" y="3569131"/>
            <a:ext cx="9962640" cy="1654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/>
          <a:p>
            <a:pPr indent="0" algn="ctr" defTabSz="914400">
              <a:lnSpc>
                <a:spcPct val="90000"/>
              </a:lnSpc>
              <a:spcBef>
                <a:spcPts val="1400"/>
              </a:spcBef>
              <a:buNone/>
              <a:tabLst>
                <a:tab pos="0" algn="l"/>
              </a:tabLst>
            </a:pPr>
            <a:r>
              <a:rPr lang="ja-JP" sz="2800" b="1" strike="noStrike" spc="-1" dirty="0">
                <a:solidFill>
                  <a:srgbClr val="FFFFFF"/>
                </a:solidFill>
                <a:latin typeface="Corbel"/>
                <a:ea typeface="游ゴシック"/>
              </a:rPr>
              <a:t>目標 </a:t>
            </a:r>
            <a:r>
              <a:rPr lang="en-US" sz="2800" b="1" strike="noStrike" spc="-1" dirty="0">
                <a:solidFill>
                  <a:srgbClr val="FFFFFF"/>
                </a:solidFill>
                <a:latin typeface="Corbel"/>
                <a:ea typeface="游ゴシック"/>
              </a:rPr>
              <a:t>: </a:t>
            </a:r>
            <a:r>
              <a:rPr lang="en-US" sz="2800" b="1" spc="-1" dirty="0">
                <a:solidFill>
                  <a:srgbClr val="FFFFFF"/>
                </a:solidFill>
                <a:latin typeface="Corbel"/>
                <a:ea typeface="游ゴシック"/>
              </a:rPr>
              <a:t>3D</a:t>
            </a:r>
            <a:r>
              <a:rPr lang="ja-JP" altLang="en-US" sz="2800" b="1" spc="-1" dirty="0">
                <a:solidFill>
                  <a:srgbClr val="FFFFFF"/>
                </a:solidFill>
                <a:latin typeface="Corbel"/>
                <a:ea typeface="游ゴシック"/>
              </a:rPr>
              <a:t>和風対戦</a:t>
            </a:r>
            <a:r>
              <a:rPr lang="ja-JP" sz="2800" b="1" strike="noStrike" spc="-1" dirty="0">
                <a:solidFill>
                  <a:srgbClr val="FFFFFF"/>
                </a:solidFill>
                <a:latin typeface="Corbel"/>
                <a:ea typeface="游ゴシック"/>
              </a:rPr>
              <a:t>ゲームを作る</a:t>
            </a:r>
            <a:endParaRPr lang="ja-JP" altLang="en-US" sz="2800" b="1" strike="noStrike" spc="-1" dirty="0">
              <a:solidFill>
                <a:srgbClr val="FFFFFF"/>
              </a:solidFill>
              <a:latin typeface="Corbel"/>
              <a:ea typeface="游ゴシック"/>
            </a:endParaRPr>
          </a:p>
          <a:p>
            <a:pPr indent="0" algn="ctr" defTabSz="914400">
              <a:lnSpc>
                <a:spcPct val="90000"/>
              </a:lnSpc>
              <a:spcBef>
                <a:spcPts val="1400"/>
              </a:spcBef>
              <a:buNone/>
              <a:tabLst>
                <a:tab pos="0" algn="l"/>
              </a:tabLst>
            </a:pPr>
            <a:endParaRPr lang="en-US" sz="2800" b="0" strike="noStrike" spc="-1" dirty="0">
              <a:solidFill>
                <a:srgbClr val="000000"/>
              </a:solidFill>
              <a:latin typeface="Arial"/>
            </a:endParaRPr>
          </a:p>
          <a:p>
            <a:pPr indent="0" algn="ctr" defTabSz="914400">
              <a:lnSpc>
                <a:spcPct val="90000"/>
              </a:lnSpc>
              <a:spcBef>
                <a:spcPts val="1400"/>
              </a:spcBef>
              <a:buNone/>
              <a:tabLst>
                <a:tab pos="0" algn="l"/>
              </a:tabLst>
            </a:pPr>
            <a:endParaRPr lang="en-US" sz="28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" name="PlaceHolder 1"/>
          <p:cNvSpPr>
            <a:spLocks noGrp="1"/>
          </p:cNvSpPr>
          <p:nvPr>
            <p:ph type="title"/>
          </p:nvPr>
        </p:nvSpPr>
        <p:spPr>
          <a:xfrm>
            <a:off x="741391" y="503640"/>
            <a:ext cx="9966240" cy="2925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rmAutofit/>
          </a:bodyPr>
          <a:lstStyle/>
          <a:p>
            <a:pPr indent="0" algn="ctr" defTabSz="914400">
              <a:lnSpc>
                <a:spcPct val="85000"/>
              </a:lnSpc>
              <a:buNone/>
              <a:tabLst>
                <a:tab pos="0" algn="l"/>
              </a:tabLst>
            </a:pPr>
            <a:r>
              <a:rPr lang="ja-JP" sz="9600" b="1" strike="noStrike" cap="all" spc="-1" dirty="0">
                <a:solidFill>
                  <a:srgbClr val="FFFFFF"/>
                </a:solidFill>
                <a:latin typeface="Corbel"/>
                <a:ea typeface="游ゴシック Light"/>
              </a:rPr>
              <a:t>企画書</a:t>
            </a:r>
            <a:endParaRPr lang="en-US" sz="8800" b="1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2CB6EEA2-E49F-446B-B435-8461461AEB52}"/>
              </a:ext>
            </a:extLst>
          </p:cNvPr>
          <p:cNvSpPr txBox="1"/>
          <p:nvPr/>
        </p:nvSpPr>
        <p:spPr>
          <a:xfrm>
            <a:off x="859808" y="5263247"/>
            <a:ext cx="827054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400" b="1" dirty="0"/>
              <a:t>製作期間 </a:t>
            </a:r>
            <a:r>
              <a:rPr kumimoji="1" lang="en-US" altLang="ja-JP" sz="2400" b="1" dirty="0"/>
              <a:t>: 10</a:t>
            </a:r>
            <a:r>
              <a:rPr kumimoji="1" lang="ja-JP" altLang="en-US" sz="2400" b="1" dirty="0"/>
              <a:t>月</a:t>
            </a:r>
            <a:r>
              <a:rPr kumimoji="1" lang="en-US" altLang="ja-JP" sz="2400" b="1" dirty="0"/>
              <a:t>1</a:t>
            </a:r>
            <a:r>
              <a:rPr kumimoji="1" lang="ja-JP" altLang="en-US" sz="2400" b="1" dirty="0"/>
              <a:t>日 ～ </a:t>
            </a:r>
            <a:r>
              <a:rPr kumimoji="1" lang="en-US" altLang="ja-JP" sz="2400" b="1" dirty="0"/>
              <a:t>1</a:t>
            </a:r>
            <a:r>
              <a:rPr kumimoji="1" lang="ja-JP" altLang="en-US" sz="2400" b="1" dirty="0"/>
              <a:t>月</a:t>
            </a:r>
            <a:r>
              <a:rPr kumimoji="1" lang="en-US" altLang="ja-JP" sz="2400" b="1" dirty="0"/>
              <a:t>10</a:t>
            </a:r>
            <a:r>
              <a:rPr kumimoji="1" lang="ja-JP" altLang="en-US" sz="2400" b="1" dirty="0"/>
              <a:t>日まで</a:t>
            </a:r>
            <a:r>
              <a:rPr kumimoji="1" lang="en-US" altLang="ja-JP" sz="2400" b="1" dirty="0"/>
              <a:t>(</a:t>
            </a:r>
            <a:r>
              <a:rPr kumimoji="1" lang="ja-JP" altLang="en-US" sz="2400" b="1" dirty="0"/>
              <a:t>約</a:t>
            </a:r>
            <a:r>
              <a:rPr kumimoji="1" lang="en-US" altLang="ja-JP" sz="2400" b="1" dirty="0"/>
              <a:t>4</a:t>
            </a:r>
            <a:r>
              <a:rPr kumimoji="1" lang="ja-JP" altLang="en-US" sz="2400" b="1" dirty="0"/>
              <a:t>カ月</a:t>
            </a:r>
            <a:r>
              <a:rPr kumimoji="1" lang="en-US" altLang="ja-JP" sz="2400" b="1" dirty="0"/>
              <a:t>)</a:t>
            </a:r>
            <a:r>
              <a:rPr kumimoji="1" lang="ja-JP" altLang="en-US" sz="2400" b="1" dirty="0"/>
              <a:t> </a:t>
            </a:r>
            <a:r>
              <a:rPr kumimoji="1" lang="en-US" altLang="ja-JP" sz="2400" b="1" dirty="0"/>
              <a:t>(α</a:t>
            </a:r>
            <a:r>
              <a:rPr kumimoji="1" lang="ja-JP" altLang="en-US" sz="2400" b="1" dirty="0"/>
              <a:t>版</a:t>
            </a:r>
            <a:r>
              <a:rPr kumimoji="1" lang="en-US" altLang="ja-JP" sz="2400" b="1" dirty="0"/>
              <a:t>)</a:t>
            </a:r>
            <a:endParaRPr kumimoji="1" lang="ja-JP" altLang="en-US" sz="2400" b="1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AA072232-EE85-489F-B06F-1E0641EFB35B}"/>
              </a:ext>
            </a:extLst>
          </p:cNvPr>
          <p:cNvSpPr txBox="1"/>
          <p:nvPr/>
        </p:nvSpPr>
        <p:spPr>
          <a:xfrm>
            <a:off x="750627" y="1655751"/>
            <a:ext cx="8270543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3200" b="1" dirty="0"/>
              <a:t>・ジャンル</a:t>
            </a:r>
            <a:endParaRPr kumimoji="1" lang="en-US" altLang="ja-JP" sz="3200" b="1" dirty="0"/>
          </a:p>
          <a:p>
            <a:r>
              <a:rPr kumimoji="1" lang="ja-JP" altLang="en-US" sz="2400" b="1" dirty="0"/>
              <a:t>　　</a:t>
            </a:r>
            <a:r>
              <a:rPr kumimoji="1" lang="en-US" altLang="ja-JP" sz="2400" b="1" dirty="0"/>
              <a:t>3D</a:t>
            </a:r>
            <a:r>
              <a:rPr kumimoji="1" lang="ja-JP" altLang="en-US" sz="2400" b="1" dirty="0"/>
              <a:t>和風対戦アクションゲーム</a:t>
            </a:r>
            <a:r>
              <a:rPr kumimoji="1" lang="en-US" altLang="ja-JP" sz="2400" b="1" dirty="0"/>
              <a:t>(</a:t>
            </a:r>
            <a:r>
              <a:rPr kumimoji="1" lang="ja-JP" altLang="en-US" sz="2400" b="1" dirty="0"/>
              <a:t>オンライン対戦アリ</a:t>
            </a:r>
            <a:r>
              <a:rPr kumimoji="1" lang="en-US" altLang="ja-JP" sz="2400" b="1" dirty="0"/>
              <a:t>)</a:t>
            </a:r>
            <a:endParaRPr kumimoji="1" lang="ja-JP" altLang="en-US" sz="2400" b="1" dirty="0"/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F4A7B115-190D-4CE5-9BFC-77089C0B91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7412" y="299991"/>
            <a:ext cx="9874800" cy="1355760"/>
          </a:xfrm>
        </p:spPr>
        <p:txBody>
          <a:bodyPr/>
          <a:lstStyle/>
          <a:p>
            <a:r>
              <a:rPr kumimoji="1" lang="ja-JP" altLang="en-US" sz="6000" dirty="0"/>
              <a:t>概要</a:t>
            </a: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3E5B414F-8C38-48A9-8F10-F6682BA770D8}"/>
              </a:ext>
            </a:extLst>
          </p:cNvPr>
          <p:cNvSpPr txBox="1"/>
          <p:nvPr/>
        </p:nvSpPr>
        <p:spPr>
          <a:xfrm>
            <a:off x="750627" y="3011511"/>
            <a:ext cx="7151427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3200" b="1" dirty="0"/>
              <a:t>・世界観</a:t>
            </a:r>
            <a:endParaRPr kumimoji="1" lang="en-US" altLang="ja-JP" sz="3200" b="1" dirty="0"/>
          </a:p>
          <a:p>
            <a:r>
              <a:rPr kumimoji="1" lang="ja-JP" altLang="en-US" sz="2400" b="1" dirty="0"/>
              <a:t>　　</a:t>
            </a:r>
            <a:r>
              <a:rPr lang="ja-JP" altLang="en-US" sz="2400" b="1" dirty="0"/>
              <a:t>日本の伝統的な和の世界を想定する</a:t>
            </a:r>
            <a:endParaRPr kumimoji="1" lang="ja-JP" altLang="en-US" sz="2400" b="1" dirty="0"/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A0F1A304-EB2D-421A-A30D-9F46140E1AF3}"/>
              </a:ext>
            </a:extLst>
          </p:cNvPr>
          <p:cNvSpPr txBox="1"/>
          <p:nvPr/>
        </p:nvSpPr>
        <p:spPr>
          <a:xfrm>
            <a:off x="750626" y="4234495"/>
            <a:ext cx="9521586" cy="16927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3200" b="1" dirty="0"/>
              <a:t>・キャラクター</a:t>
            </a:r>
            <a:endParaRPr kumimoji="1" lang="en-US" altLang="ja-JP" sz="3200" b="1" dirty="0"/>
          </a:p>
          <a:p>
            <a:r>
              <a:rPr kumimoji="1" lang="ja-JP" altLang="en-US" sz="2400" b="1" dirty="0"/>
              <a:t>　　</a:t>
            </a:r>
            <a:r>
              <a:rPr lang="ja-JP" altLang="en-US" sz="2400" b="1" dirty="0"/>
              <a:t>侍や忍者を中心に、個性豊かなキャラクターを登場させる。</a:t>
            </a:r>
            <a:endParaRPr lang="en-US" altLang="ja-JP" sz="2400" b="1" dirty="0"/>
          </a:p>
          <a:p>
            <a:r>
              <a:rPr lang="ja-JP" altLang="en-US" sz="2400" b="1" dirty="0"/>
              <a:t>　　男性・女性のキャラクターを含め、シルエットや武器・戦闘</a:t>
            </a:r>
            <a:endParaRPr lang="en-US" altLang="ja-JP" sz="2400" b="1" dirty="0"/>
          </a:p>
          <a:p>
            <a:r>
              <a:rPr lang="ja-JP" altLang="en-US" sz="2400" b="1" dirty="0"/>
              <a:t>　　スタイルで差別化する</a:t>
            </a:r>
            <a:endParaRPr kumimoji="1" lang="ja-JP" alt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4787506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AA072232-EE85-489F-B06F-1E0641EFB35B}"/>
              </a:ext>
            </a:extLst>
          </p:cNvPr>
          <p:cNvSpPr txBox="1"/>
          <p:nvPr/>
        </p:nvSpPr>
        <p:spPr>
          <a:xfrm>
            <a:off x="750627" y="2119985"/>
            <a:ext cx="10011158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3200" b="1" dirty="0"/>
              <a:t>1</a:t>
            </a:r>
            <a:r>
              <a:rPr kumimoji="1" lang="ja-JP" altLang="en-US" sz="3200" b="1" dirty="0"/>
              <a:t>つ目　</a:t>
            </a:r>
            <a:r>
              <a:rPr lang="en-US" altLang="ja-JP" sz="3200" b="1" dirty="0"/>
              <a:t>3D</a:t>
            </a:r>
            <a:r>
              <a:rPr lang="ja-JP" altLang="en-US" sz="3200" b="1" dirty="0"/>
              <a:t>空間でのリアルタイム対戦</a:t>
            </a:r>
            <a:endParaRPr lang="en-US" altLang="ja-JP" sz="3200" b="1" dirty="0"/>
          </a:p>
          <a:p>
            <a:endParaRPr kumimoji="1" lang="en-US" altLang="ja-JP" sz="3200" b="1" dirty="0"/>
          </a:p>
          <a:p>
            <a:r>
              <a:rPr lang="en-US" altLang="ja-JP" sz="3200" b="1" dirty="0"/>
              <a:t>2</a:t>
            </a:r>
            <a:r>
              <a:rPr lang="ja-JP" altLang="en-US" sz="3200" b="1" dirty="0"/>
              <a:t>つ目　直感的なボタン操作とわかりやすい攻撃体系</a:t>
            </a:r>
            <a:endParaRPr lang="en-US" altLang="ja-JP" sz="3200" b="1" dirty="0"/>
          </a:p>
          <a:p>
            <a:endParaRPr kumimoji="1" lang="en-US" altLang="ja-JP" sz="3200" b="1" dirty="0"/>
          </a:p>
          <a:p>
            <a:r>
              <a:rPr lang="en-US" altLang="ja-JP" sz="3200" b="1" dirty="0"/>
              <a:t>3</a:t>
            </a:r>
            <a:r>
              <a:rPr lang="ja-JP" altLang="en-US" sz="3200" b="1" dirty="0"/>
              <a:t>つ目　派手な攻撃エフェクトと爽快感のある演出</a:t>
            </a:r>
            <a:endParaRPr lang="en-US" altLang="ja-JP" sz="3200" b="1" dirty="0"/>
          </a:p>
          <a:p>
            <a:endParaRPr kumimoji="1" lang="en-US" altLang="ja-JP" sz="3200" dirty="0"/>
          </a:p>
          <a:p>
            <a:endParaRPr kumimoji="1" lang="ja-JP" altLang="en-US" sz="2400" dirty="0"/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F4A7B115-190D-4CE5-9BFC-77089C0B91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7412" y="299991"/>
            <a:ext cx="9874800" cy="1355760"/>
          </a:xfrm>
        </p:spPr>
        <p:txBody>
          <a:bodyPr/>
          <a:lstStyle/>
          <a:p>
            <a:r>
              <a:rPr lang="ja-JP" altLang="en-US" sz="6000" dirty="0"/>
              <a:t>ゲームの特徴</a:t>
            </a:r>
            <a:endParaRPr kumimoji="1" lang="ja-JP" altLang="en-US" sz="6000" dirty="0"/>
          </a:p>
        </p:txBody>
      </p:sp>
    </p:spTree>
    <p:extLst>
      <p:ext uri="{BB962C8B-B14F-4D97-AF65-F5344CB8AC3E}">
        <p14:creationId xmlns:p14="http://schemas.microsoft.com/office/powerpoint/2010/main" val="27287896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図 4">
            <a:extLst>
              <a:ext uri="{FF2B5EF4-FFF2-40B4-BE49-F238E27FC236}">
                <a16:creationId xmlns:a16="http://schemas.microsoft.com/office/drawing/2014/main" id="{91005222-D826-42F6-B34E-23D2E514B00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71782" y="1392072"/>
            <a:ext cx="9567718" cy="4916364"/>
          </a:xfrm>
          <a:prstGeom prst="rect">
            <a:avLst/>
          </a:prstGeom>
        </p:spPr>
      </p:pic>
      <p:sp>
        <p:nvSpPr>
          <p:cNvPr id="2" name="タイトル 1">
            <a:extLst>
              <a:ext uri="{FF2B5EF4-FFF2-40B4-BE49-F238E27FC236}">
                <a16:creationId xmlns:a16="http://schemas.microsoft.com/office/drawing/2014/main" id="{593CED85-0532-45D6-9286-BB9D7EA7F2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5435" y="102238"/>
            <a:ext cx="9634733" cy="1355760"/>
          </a:xfrm>
        </p:spPr>
        <p:txBody>
          <a:bodyPr/>
          <a:lstStyle/>
          <a:p>
            <a:r>
              <a:rPr kumimoji="1" lang="ja-JP" altLang="en-US" sz="6000" b="1" dirty="0"/>
              <a:t>操作方法</a:t>
            </a:r>
            <a:r>
              <a:rPr kumimoji="1" lang="en-US" altLang="ja-JP" sz="6000" b="1" dirty="0"/>
              <a:t>(</a:t>
            </a:r>
            <a:r>
              <a:rPr kumimoji="1" lang="ja-JP" altLang="en-US" sz="6000" b="1" dirty="0"/>
              <a:t>ゲームパッド</a:t>
            </a:r>
            <a:r>
              <a:rPr kumimoji="1" lang="en-US" altLang="ja-JP" sz="6000" b="1" dirty="0"/>
              <a:t>)</a:t>
            </a:r>
            <a:endParaRPr kumimoji="1" lang="ja-JP" altLang="en-US" sz="6000" b="1" dirty="0"/>
          </a:p>
        </p:txBody>
      </p:sp>
    </p:spTree>
    <p:extLst>
      <p:ext uri="{BB962C8B-B14F-4D97-AF65-F5344CB8AC3E}">
        <p14:creationId xmlns:p14="http://schemas.microsoft.com/office/powerpoint/2010/main" val="25614668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図 3">
            <a:extLst>
              <a:ext uri="{FF2B5EF4-FFF2-40B4-BE49-F238E27FC236}">
                <a16:creationId xmlns:a16="http://schemas.microsoft.com/office/drawing/2014/main" id="{71B1ECBA-DA99-4F19-9CC3-9C655110695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59357" y="1323831"/>
            <a:ext cx="9634733" cy="5111087"/>
          </a:xfrm>
          <a:prstGeom prst="rect">
            <a:avLst/>
          </a:prstGeom>
        </p:spPr>
      </p:pic>
      <p:sp>
        <p:nvSpPr>
          <p:cNvPr id="2" name="タイトル 1">
            <a:extLst>
              <a:ext uri="{FF2B5EF4-FFF2-40B4-BE49-F238E27FC236}">
                <a16:creationId xmlns:a16="http://schemas.microsoft.com/office/drawing/2014/main" id="{593CED85-0532-45D6-9286-BB9D7EA7F2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8541" y="138097"/>
            <a:ext cx="9634733" cy="1355760"/>
          </a:xfrm>
        </p:spPr>
        <p:txBody>
          <a:bodyPr/>
          <a:lstStyle/>
          <a:p>
            <a:r>
              <a:rPr kumimoji="1" lang="ja-JP" altLang="en-US" sz="6000" b="1" dirty="0"/>
              <a:t>操作方法</a:t>
            </a:r>
            <a:r>
              <a:rPr kumimoji="1" lang="en-US" altLang="ja-JP" sz="6000" b="1" dirty="0"/>
              <a:t>(</a:t>
            </a:r>
            <a:r>
              <a:rPr lang="ja-JP" altLang="en-US" sz="6000" b="1" dirty="0"/>
              <a:t>キーボード</a:t>
            </a:r>
            <a:r>
              <a:rPr kumimoji="1" lang="en-US" altLang="ja-JP" sz="6000" b="1" dirty="0"/>
              <a:t>)</a:t>
            </a:r>
            <a:endParaRPr kumimoji="1" lang="ja-JP" altLang="en-US" sz="6000" b="1" dirty="0"/>
          </a:p>
        </p:txBody>
      </p:sp>
    </p:spTree>
    <p:extLst>
      <p:ext uri="{BB962C8B-B14F-4D97-AF65-F5344CB8AC3E}">
        <p14:creationId xmlns:p14="http://schemas.microsoft.com/office/powerpoint/2010/main" val="38196310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1B1BFAB-A175-473B-9134-A54D163FB4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2885" y="161276"/>
            <a:ext cx="9874800" cy="1355760"/>
          </a:xfrm>
        </p:spPr>
        <p:txBody>
          <a:bodyPr/>
          <a:lstStyle/>
          <a:p>
            <a:r>
              <a:rPr kumimoji="1" lang="ja-JP" altLang="en-US" sz="6000" b="1" dirty="0"/>
              <a:t>コマンド操作</a:t>
            </a:r>
          </a:p>
        </p:txBody>
      </p:sp>
      <p:sp>
        <p:nvSpPr>
          <p:cNvPr id="4" name="矢印: 右 3">
            <a:extLst>
              <a:ext uri="{FF2B5EF4-FFF2-40B4-BE49-F238E27FC236}">
                <a16:creationId xmlns:a16="http://schemas.microsoft.com/office/drawing/2014/main" id="{20EC1DA1-76A3-4941-A93F-C77EF5C0AA33}"/>
              </a:ext>
            </a:extLst>
          </p:cNvPr>
          <p:cNvSpPr/>
          <p:nvPr/>
        </p:nvSpPr>
        <p:spPr>
          <a:xfrm rot="5400000">
            <a:off x="1596787" y="2251881"/>
            <a:ext cx="518615" cy="658504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" name="矢印: 右 4">
            <a:extLst>
              <a:ext uri="{FF2B5EF4-FFF2-40B4-BE49-F238E27FC236}">
                <a16:creationId xmlns:a16="http://schemas.microsoft.com/office/drawing/2014/main" id="{DB7C63C1-C9A7-40A8-9A5D-240191412336}"/>
              </a:ext>
            </a:extLst>
          </p:cNvPr>
          <p:cNvSpPr/>
          <p:nvPr/>
        </p:nvSpPr>
        <p:spPr>
          <a:xfrm rot="3310186">
            <a:off x="2450259" y="2251881"/>
            <a:ext cx="518615" cy="658504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" name="矢印: 右 5">
            <a:extLst>
              <a:ext uri="{FF2B5EF4-FFF2-40B4-BE49-F238E27FC236}">
                <a16:creationId xmlns:a16="http://schemas.microsoft.com/office/drawing/2014/main" id="{C1B6A7C4-F725-457A-BDAF-CE026D49BF50}"/>
              </a:ext>
            </a:extLst>
          </p:cNvPr>
          <p:cNvSpPr/>
          <p:nvPr/>
        </p:nvSpPr>
        <p:spPr>
          <a:xfrm>
            <a:off x="3372136" y="2239708"/>
            <a:ext cx="518615" cy="658504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加算記号 6">
            <a:extLst>
              <a:ext uri="{FF2B5EF4-FFF2-40B4-BE49-F238E27FC236}">
                <a16:creationId xmlns:a16="http://schemas.microsoft.com/office/drawing/2014/main" id="{71C9EC87-B88E-4B6A-A697-47877BF3000A}"/>
              </a:ext>
            </a:extLst>
          </p:cNvPr>
          <p:cNvSpPr/>
          <p:nvPr/>
        </p:nvSpPr>
        <p:spPr>
          <a:xfrm>
            <a:off x="4508801" y="2239707"/>
            <a:ext cx="726089" cy="658505"/>
          </a:xfrm>
          <a:prstGeom prst="mathPlus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11" name="図 10">
            <a:extLst>
              <a:ext uri="{FF2B5EF4-FFF2-40B4-BE49-F238E27FC236}">
                <a16:creationId xmlns:a16="http://schemas.microsoft.com/office/drawing/2014/main" id="{A2000C26-DADB-4892-A033-5C29569FA19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29688" y="2168056"/>
            <a:ext cx="940493" cy="730156"/>
          </a:xfrm>
          <a:prstGeom prst="rect">
            <a:avLst/>
          </a:prstGeom>
        </p:spPr>
      </p:pic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F57D0554-2AE3-4FE5-BEB7-0C23F9B9B5AC}"/>
              </a:ext>
            </a:extLst>
          </p:cNvPr>
          <p:cNvSpPr txBox="1"/>
          <p:nvPr/>
        </p:nvSpPr>
        <p:spPr>
          <a:xfrm>
            <a:off x="7656394" y="2251881"/>
            <a:ext cx="253848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3600" b="1" dirty="0"/>
              <a:t>前方攻撃</a:t>
            </a:r>
          </a:p>
        </p:txBody>
      </p:sp>
      <p:sp>
        <p:nvSpPr>
          <p:cNvPr id="13" name="矢印: 右 12">
            <a:extLst>
              <a:ext uri="{FF2B5EF4-FFF2-40B4-BE49-F238E27FC236}">
                <a16:creationId xmlns:a16="http://schemas.microsoft.com/office/drawing/2014/main" id="{FD2FC8F1-74EC-4F40-8AB4-4FF1D48B9F04}"/>
              </a:ext>
            </a:extLst>
          </p:cNvPr>
          <p:cNvSpPr/>
          <p:nvPr/>
        </p:nvSpPr>
        <p:spPr>
          <a:xfrm rot="5400000">
            <a:off x="1596787" y="3413685"/>
            <a:ext cx="518615" cy="658504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4" name="矢印: 右 13">
            <a:extLst>
              <a:ext uri="{FF2B5EF4-FFF2-40B4-BE49-F238E27FC236}">
                <a16:creationId xmlns:a16="http://schemas.microsoft.com/office/drawing/2014/main" id="{B7540609-4525-411E-AABE-BDAED667AB42}"/>
              </a:ext>
            </a:extLst>
          </p:cNvPr>
          <p:cNvSpPr/>
          <p:nvPr/>
        </p:nvSpPr>
        <p:spPr>
          <a:xfrm rot="7723799">
            <a:off x="2482258" y="3383485"/>
            <a:ext cx="518615" cy="658504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5" name="矢印: 右 14">
            <a:extLst>
              <a:ext uri="{FF2B5EF4-FFF2-40B4-BE49-F238E27FC236}">
                <a16:creationId xmlns:a16="http://schemas.microsoft.com/office/drawing/2014/main" id="{358A49BD-B860-4AC7-B9C7-A40E8551C4AD}"/>
              </a:ext>
            </a:extLst>
          </p:cNvPr>
          <p:cNvSpPr/>
          <p:nvPr/>
        </p:nvSpPr>
        <p:spPr>
          <a:xfrm rot="10800000">
            <a:off x="3283173" y="3343741"/>
            <a:ext cx="518615" cy="658504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7" name="加算記号 16">
            <a:extLst>
              <a:ext uri="{FF2B5EF4-FFF2-40B4-BE49-F238E27FC236}">
                <a16:creationId xmlns:a16="http://schemas.microsoft.com/office/drawing/2014/main" id="{DDC83A98-8D26-4F98-9A78-8BA30812BB6E}"/>
              </a:ext>
            </a:extLst>
          </p:cNvPr>
          <p:cNvSpPr/>
          <p:nvPr/>
        </p:nvSpPr>
        <p:spPr>
          <a:xfrm>
            <a:off x="4508800" y="3301284"/>
            <a:ext cx="726089" cy="658505"/>
          </a:xfrm>
          <a:prstGeom prst="mathPlus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C38749D4-C21A-436B-8BC9-A2691B017D47}"/>
              </a:ext>
            </a:extLst>
          </p:cNvPr>
          <p:cNvSpPr txBox="1"/>
          <p:nvPr/>
        </p:nvSpPr>
        <p:spPr>
          <a:xfrm>
            <a:off x="7673926" y="3301284"/>
            <a:ext cx="253848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3600" b="1" dirty="0"/>
              <a:t>迎撃攻撃</a:t>
            </a:r>
            <a:endParaRPr kumimoji="1" lang="ja-JP" altLang="en-US" sz="3600" b="1" dirty="0"/>
          </a:p>
        </p:txBody>
      </p:sp>
      <p:sp>
        <p:nvSpPr>
          <p:cNvPr id="20" name="矢印: 右 19">
            <a:extLst>
              <a:ext uri="{FF2B5EF4-FFF2-40B4-BE49-F238E27FC236}">
                <a16:creationId xmlns:a16="http://schemas.microsoft.com/office/drawing/2014/main" id="{DDF54D5A-06CE-49B7-9730-C9DA3DE03B9C}"/>
              </a:ext>
            </a:extLst>
          </p:cNvPr>
          <p:cNvSpPr/>
          <p:nvPr/>
        </p:nvSpPr>
        <p:spPr>
          <a:xfrm>
            <a:off x="1596786" y="4435601"/>
            <a:ext cx="518615" cy="658504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1" name="矢印: 右 20">
            <a:extLst>
              <a:ext uri="{FF2B5EF4-FFF2-40B4-BE49-F238E27FC236}">
                <a16:creationId xmlns:a16="http://schemas.microsoft.com/office/drawing/2014/main" id="{106555F4-3DC1-4173-9336-56C2ADD95B63}"/>
              </a:ext>
            </a:extLst>
          </p:cNvPr>
          <p:cNvSpPr/>
          <p:nvPr/>
        </p:nvSpPr>
        <p:spPr>
          <a:xfrm rot="5400000">
            <a:off x="2450257" y="4424596"/>
            <a:ext cx="518615" cy="658504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2" name="矢印: 右 21">
            <a:extLst>
              <a:ext uri="{FF2B5EF4-FFF2-40B4-BE49-F238E27FC236}">
                <a16:creationId xmlns:a16="http://schemas.microsoft.com/office/drawing/2014/main" id="{A2AB6787-0834-4334-8D27-24E080025536}"/>
              </a:ext>
            </a:extLst>
          </p:cNvPr>
          <p:cNvSpPr/>
          <p:nvPr/>
        </p:nvSpPr>
        <p:spPr>
          <a:xfrm rot="2999504">
            <a:off x="3372134" y="4424596"/>
            <a:ext cx="518615" cy="658504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3" name="加算記号 22">
            <a:extLst>
              <a:ext uri="{FF2B5EF4-FFF2-40B4-BE49-F238E27FC236}">
                <a16:creationId xmlns:a16="http://schemas.microsoft.com/office/drawing/2014/main" id="{731C788C-75EA-475D-8408-7D89C1EA3EBB}"/>
              </a:ext>
            </a:extLst>
          </p:cNvPr>
          <p:cNvSpPr/>
          <p:nvPr/>
        </p:nvSpPr>
        <p:spPr>
          <a:xfrm>
            <a:off x="4508799" y="4435601"/>
            <a:ext cx="726089" cy="658505"/>
          </a:xfrm>
          <a:prstGeom prst="mathPlus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5" name="テキスト ボックス 24">
            <a:extLst>
              <a:ext uri="{FF2B5EF4-FFF2-40B4-BE49-F238E27FC236}">
                <a16:creationId xmlns:a16="http://schemas.microsoft.com/office/drawing/2014/main" id="{9699C4ED-08A2-40F5-8BBF-C7684ECB4A92}"/>
              </a:ext>
            </a:extLst>
          </p:cNvPr>
          <p:cNvSpPr txBox="1"/>
          <p:nvPr/>
        </p:nvSpPr>
        <p:spPr>
          <a:xfrm>
            <a:off x="7673926" y="4390975"/>
            <a:ext cx="253848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3600" b="1" dirty="0"/>
              <a:t>上昇攻撃</a:t>
            </a:r>
            <a:endParaRPr kumimoji="1" lang="ja-JP" altLang="en-US" sz="3600" b="1" dirty="0"/>
          </a:p>
        </p:txBody>
      </p:sp>
      <p:sp>
        <p:nvSpPr>
          <p:cNvPr id="26" name="矢印: 右 25">
            <a:extLst>
              <a:ext uri="{FF2B5EF4-FFF2-40B4-BE49-F238E27FC236}">
                <a16:creationId xmlns:a16="http://schemas.microsoft.com/office/drawing/2014/main" id="{DDB6D837-E8A5-4087-BB39-6857415A06E3}"/>
              </a:ext>
            </a:extLst>
          </p:cNvPr>
          <p:cNvSpPr/>
          <p:nvPr/>
        </p:nvSpPr>
        <p:spPr>
          <a:xfrm rot="5400000">
            <a:off x="2433906" y="5417585"/>
            <a:ext cx="518615" cy="658504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7" name="加算記号 26">
            <a:extLst>
              <a:ext uri="{FF2B5EF4-FFF2-40B4-BE49-F238E27FC236}">
                <a16:creationId xmlns:a16="http://schemas.microsoft.com/office/drawing/2014/main" id="{8B322223-28DF-4966-B6EF-7DBDC6678E66}"/>
              </a:ext>
            </a:extLst>
          </p:cNvPr>
          <p:cNvSpPr/>
          <p:nvPr/>
        </p:nvSpPr>
        <p:spPr>
          <a:xfrm>
            <a:off x="4508798" y="5417584"/>
            <a:ext cx="726089" cy="658505"/>
          </a:xfrm>
          <a:prstGeom prst="mathPlus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29" name="図 28">
            <a:extLst>
              <a:ext uri="{FF2B5EF4-FFF2-40B4-BE49-F238E27FC236}">
                <a16:creationId xmlns:a16="http://schemas.microsoft.com/office/drawing/2014/main" id="{0B927FE6-98AF-4A6F-88DC-B970A4FDB35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46747" y="5246641"/>
            <a:ext cx="934086" cy="820585"/>
          </a:xfrm>
          <a:prstGeom prst="rect">
            <a:avLst/>
          </a:prstGeom>
        </p:spPr>
      </p:pic>
      <p:sp>
        <p:nvSpPr>
          <p:cNvPr id="30" name="テキスト ボックス 29">
            <a:extLst>
              <a:ext uri="{FF2B5EF4-FFF2-40B4-BE49-F238E27FC236}">
                <a16:creationId xmlns:a16="http://schemas.microsoft.com/office/drawing/2014/main" id="{53295515-02AE-4E25-80A2-B634979E3BEB}"/>
              </a:ext>
            </a:extLst>
          </p:cNvPr>
          <p:cNvSpPr txBox="1"/>
          <p:nvPr/>
        </p:nvSpPr>
        <p:spPr>
          <a:xfrm>
            <a:off x="7656394" y="5382224"/>
            <a:ext cx="253848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3600" b="1" dirty="0"/>
              <a:t>下降攻撃</a:t>
            </a:r>
            <a:endParaRPr kumimoji="1" lang="ja-JP" altLang="en-US" sz="3600" b="1" dirty="0"/>
          </a:p>
        </p:txBody>
      </p:sp>
      <p:pic>
        <p:nvPicPr>
          <p:cNvPr id="31" name="図 30">
            <a:extLst>
              <a:ext uri="{FF2B5EF4-FFF2-40B4-BE49-F238E27FC236}">
                <a16:creationId xmlns:a16="http://schemas.microsoft.com/office/drawing/2014/main" id="{F6DA7ACC-648D-43FB-9D7C-BDDB705050D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29686" y="3272089"/>
            <a:ext cx="940493" cy="730156"/>
          </a:xfrm>
          <a:prstGeom prst="rect">
            <a:avLst/>
          </a:prstGeom>
        </p:spPr>
      </p:pic>
      <p:pic>
        <p:nvPicPr>
          <p:cNvPr id="32" name="図 31">
            <a:extLst>
              <a:ext uri="{FF2B5EF4-FFF2-40B4-BE49-F238E27FC236}">
                <a16:creationId xmlns:a16="http://schemas.microsoft.com/office/drawing/2014/main" id="{8175B6C5-F69E-4348-9BF4-6EC5D898052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29687" y="4307150"/>
            <a:ext cx="940493" cy="7301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2879594"/>
      </p:ext>
    </p:extLst>
  </p:cSld>
  <p:clrMapOvr>
    <a:masterClrMapping/>
  </p:clrMapOvr>
</p:sld>
</file>

<file path=ppt/theme/_rels/them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Basis">
  <a:themeElements>
    <a:clrScheme name="Basis">
      <a:dk1>
        <a:srgbClr val="000000"/>
      </a:dk1>
      <a:lt1>
        <a:srgbClr val="FFFFFF"/>
      </a:lt1>
      <a:dk2>
        <a:srgbClr val="565349"/>
      </a:dk2>
      <a:lt2>
        <a:srgbClr val="DDDDDD"/>
      </a:lt2>
      <a:accent1>
        <a:srgbClr val="A6B727"/>
      </a:accent1>
      <a:accent2>
        <a:srgbClr val="DF5327"/>
      </a:accent2>
      <a:accent3>
        <a:srgbClr val="FE9E00"/>
      </a:accent3>
      <a:accent4>
        <a:srgbClr val="418AB3"/>
      </a:accent4>
      <a:accent5>
        <a:srgbClr val="D7D447"/>
      </a:accent5>
      <a:accent6>
        <a:srgbClr val="818183"/>
      </a:accent6>
      <a:hlink>
        <a:srgbClr val="F59E00"/>
      </a:hlink>
      <a:folHlink>
        <a:srgbClr val="B2B2B2"/>
      </a:folHlink>
    </a:clrScheme>
    <a:fontScheme name="Basis">
      <a:majorFont>
        <a:latin typeface="Corbel" panose="020B0503020204020204"/>
        <a:ea typeface=""/>
        <a:cs typeface=""/>
      </a:majorFont>
      <a:minorFont>
        <a:latin typeface="Corbel" panose="020B0503020204020204"/>
        <a:ea typeface=""/>
        <a:cs typeface=""/>
      </a:minorFont>
    </a:fontScheme>
    <a:fmtScheme>
      <a:fillStyleLst>
        <a:solidFill>
          <a:schemeClr val="phClr"/>
        </a:solidFill>
        <a:solidFill>
          <a:schemeClr val="phClr">
            <a:tint val="55000"/>
          </a:schemeClr>
        </a:solidFill>
        <a:gradFill>
          <a:gsLst>
            <a:gs pos="0">
              <a:schemeClr val="phClr"/>
            </a:gs>
            <a:gs pos="90000">
              <a:schemeClr val="phClr">
                <a:shade val="100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100000" t="100000" r="100000" b="100000"/>
          </a:path>
          <a:tileRect/>
        </a:gradFill>
      </a:fillStyleLst>
      <a:lnStyleLst>
        <a:ln w="10000" cap="flat" cmpd="sng" algn="ctr">
          <a:prstDash val="solid"/>
        </a:ln>
        <a:ln w="19050" cap="flat" cmpd="sng" algn="ctr">
          <a:prstDash val="solid"/>
        </a:ln>
        <a:ln w="53975" cap="flat" cmpd="dbl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  <a:shade val="95000"/>
          </a:schemeClr>
        </a:solidFill>
        <a:solidFill>
          <a:schemeClr val="phClr">
            <a:tint val="90000"/>
            <a:shade val="85000"/>
            <a:lumMod val="110000"/>
          </a:schemeClr>
        </a:soli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Basis">
  <a:themeElements>
    <a:clrScheme name="Basis">
      <a:dk1>
        <a:srgbClr val="000000"/>
      </a:dk1>
      <a:lt1>
        <a:srgbClr val="FFFFFF"/>
      </a:lt1>
      <a:dk2>
        <a:srgbClr val="565349"/>
      </a:dk2>
      <a:lt2>
        <a:srgbClr val="DDDDDD"/>
      </a:lt2>
      <a:accent1>
        <a:srgbClr val="A6B727"/>
      </a:accent1>
      <a:accent2>
        <a:srgbClr val="DF5327"/>
      </a:accent2>
      <a:accent3>
        <a:srgbClr val="FE9E00"/>
      </a:accent3>
      <a:accent4>
        <a:srgbClr val="418AB3"/>
      </a:accent4>
      <a:accent5>
        <a:srgbClr val="D7D447"/>
      </a:accent5>
      <a:accent6>
        <a:srgbClr val="818183"/>
      </a:accent6>
      <a:hlink>
        <a:srgbClr val="F59E00"/>
      </a:hlink>
      <a:folHlink>
        <a:srgbClr val="B2B2B2"/>
      </a:folHlink>
    </a:clrScheme>
    <a:fontScheme name="Basis">
      <a:majorFont>
        <a:latin typeface="Corbel" panose="020B0503020204020204"/>
        <a:ea typeface=""/>
        <a:cs typeface=""/>
      </a:majorFont>
      <a:minorFont>
        <a:latin typeface="Corbel" panose="020B0503020204020204"/>
        <a:ea typeface=""/>
        <a:cs typeface=""/>
      </a:minorFont>
    </a:fontScheme>
    <a:fmtScheme>
      <a:fillStyleLst>
        <a:solidFill>
          <a:schemeClr val="phClr"/>
        </a:solidFill>
        <a:solidFill>
          <a:schemeClr val="phClr">
            <a:tint val="55000"/>
          </a:schemeClr>
        </a:solidFill>
        <a:gradFill>
          <a:gsLst>
            <a:gs pos="0">
              <a:schemeClr val="phClr"/>
            </a:gs>
            <a:gs pos="90000">
              <a:schemeClr val="phClr">
                <a:shade val="100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100000" t="100000" r="100000" b="100000"/>
          </a:path>
          <a:tileRect/>
        </a:gradFill>
      </a:fillStyleLst>
      <a:lnStyleLst>
        <a:ln w="10000" cap="flat" cmpd="sng" algn="ctr">
          <a:prstDash val="solid"/>
        </a:ln>
        <a:ln w="19050" cap="flat" cmpd="sng" algn="ctr">
          <a:prstDash val="solid"/>
        </a:ln>
        <a:ln w="53975" cap="flat" cmpd="dbl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  <a:shade val="95000"/>
          </a:schemeClr>
        </a:solidFill>
        <a:solidFill>
          <a:schemeClr val="phClr">
            <a:tint val="90000"/>
            <a:shade val="85000"/>
            <a:lumMod val="110000"/>
          </a:schemeClr>
        </a:soli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Basis">
  <a:themeElements>
    <a:clrScheme name="Basis">
      <a:dk1>
        <a:srgbClr val="000000"/>
      </a:dk1>
      <a:lt1>
        <a:srgbClr val="FFFFFF"/>
      </a:lt1>
      <a:dk2>
        <a:srgbClr val="565349"/>
      </a:dk2>
      <a:lt2>
        <a:srgbClr val="DDDDDD"/>
      </a:lt2>
      <a:accent1>
        <a:srgbClr val="A6B727"/>
      </a:accent1>
      <a:accent2>
        <a:srgbClr val="DF5327"/>
      </a:accent2>
      <a:accent3>
        <a:srgbClr val="FE9E00"/>
      </a:accent3>
      <a:accent4>
        <a:srgbClr val="418AB3"/>
      </a:accent4>
      <a:accent5>
        <a:srgbClr val="D7D447"/>
      </a:accent5>
      <a:accent6>
        <a:srgbClr val="818183"/>
      </a:accent6>
      <a:hlink>
        <a:srgbClr val="F59E00"/>
      </a:hlink>
      <a:folHlink>
        <a:srgbClr val="B2B2B2"/>
      </a:folHlink>
    </a:clrScheme>
    <a:fontScheme name="Basis">
      <a:majorFont>
        <a:latin typeface="Corbel" panose="020B0503020204020204"/>
        <a:ea typeface=""/>
        <a:cs typeface=""/>
      </a:majorFont>
      <a:minorFont>
        <a:latin typeface="Corbel" panose="020B0503020204020204"/>
        <a:ea typeface=""/>
        <a:cs typeface=""/>
      </a:minorFont>
    </a:fontScheme>
    <a:fmtScheme>
      <a:fillStyleLst>
        <a:solidFill>
          <a:schemeClr val="phClr"/>
        </a:solidFill>
        <a:solidFill>
          <a:schemeClr val="phClr">
            <a:tint val="55000"/>
          </a:schemeClr>
        </a:solidFill>
        <a:gradFill>
          <a:gsLst>
            <a:gs pos="0">
              <a:schemeClr val="phClr"/>
            </a:gs>
            <a:gs pos="90000">
              <a:schemeClr val="phClr">
                <a:shade val="100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100000" t="100000" r="100000" b="100000"/>
          </a:path>
          <a:tileRect/>
        </a:gradFill>
      </a:fillStyleLst>
      <a:lnStyleLst>
        <a:ln w="10000" cap="flat" cmpd="sng" algn="ctr">
          <a:prstDash val="solid"/>
        </a:ln>
        <a:ln w="19050" cap="flat" cmpd="sng" algn="ctr">
          <a:prstDash val="solid"/>
        </a:ln>
        <a:ln w="53975" cap="flat" cmpd="dbl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  <a:shade val="95000"/>
          </a:schemeClr>
        </a:solidFill>
        <a:solidFill>
          <a:schemeClr val="phClr">
            <a:tint val="90000"/>
            <a:shade val="85000"/>
            <a:lumMod val="110000"/>
          </a:schemeClr>
        </a:soli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Basis">
  <a:themeElements>
    <a:clrScheme name="Basis">
      <a:dk1>
        <a:srgbClr val="000000"/>
      </a:dk1>
      <a:lt1>
        <a:srgbClr val="FFFFFF"/>
      </a:lt1>
      <a:dk2>
        <a:srgbClr val="565349"/>
      </a:dk2>
      <a:lt2>
        <a:srgbClr val="DDDDDD"/>
      </a:lt2>
      <a:accent1>
        <a:srgbClr val="A6B727"/>
      </a:accent1>
      <a:accent2>
        <a:srgbClr val="DF5327"/>
      </a:accent2>
      <a:accent3>
        <a:srgbClr val="FE9E00"/>
      </a:accent3>
      <a:accent4>
        <a:srgbClr val="418AB3"/>
      </a:accent4>
      <a:accent5>
        <a:srgbClr val="D7D447"/>
      </a:accent5>
      <a:accent6>
        <a:srgbClr val="818183"/>
      </a:accent6>
      <a:hlink>
        <a:srgbClr val="F59E00"/>
      </a:hlink>
      <a:folHlink>
        <a:srgbClr val="B2B2B2"/>
      </a:folHlink>
    </a:clrScheme>
    <a:fontScheme name="Basis">
      <a:majorFont>
        <a:latin typeface="Corbel" panose="020B0503020204020204"/>
        <a:ea typeface=""/>
        <a:cs typeface=""/>
      </a:majorFont>
      <a:minorFont>
        <a:latin typeface="Corbel" panose="020B0503020204020204"/>
        <a:ea typeface=""/>
        <a:cs typeface=""/>
      </a:minorFont>
    </a:fontScheme>
    <a:fmtScheme>
      <a:fillStyleLst>
        <a:solidFill>
          <a:schemeClr val="phClr"/>
        </a:solidFill>
        <a:solidFill>
          <a:schemeClr val="phClr">
            <a:tint val="55000"/>
          </a:schemeClr>
        </a:solidFill>
        <a:gradFill>
          <a:gsLst>
            <a:gs pos="0">
              <a:schemeClr val="phClr"/>
            </a:gs>
            <a:gs pos="90000">
              <a:schemeClr val="phClr">
                <a:shade val="100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100000" t="100000" r="100000" b="100000"/>
          </a:path>
          <a:tileRect/>
        </a:gradFill>
      </a:fillStyleLst>
      <a:lnStyleLst>
        <a:ln w="10000" cap="flat" cmpd="sng" algn="ctr">
          <a:prstDash val="solid"/>
        </a:ln>
        <a:ln w="19050" cap="flat" cmpd="sng" algn="ctr">
          <a:prstDash val="solid"/>
        </a:ln>
        <a:ln w="53975" cap="flat" cmpd="dbl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  <a:shade val="95000"/>
          </a:schemeClr>
        </a:solidFill>
        <a:solidFill>
          <a:schemeClr val="phClr">
            <a:tint val="90000"/>
            <a:shade val="85000"/>
            <a:lumMod val="110000"/>
          </a:schemeClr>
        </a:soli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Basis">
  <a:themeElements>
    <a:clrScheme name="Basis">
      <a:dk1>
        <a:srgbClr val="000000"/>
      </a:dk1>
      <a:lt1>
        <a:srgbClr val="FFFFFF"/>
      </a:lt1>
      <a:dk2>
        <a:srgbClr val="565349"/>
      </a:dk2>
      <a:lt2>
        <a:srgbClr val="DDDDDD"/>
      </a:lt2>
      <a:accent1>
        <a:srgbClr val="A6B727"/>
      </a:accent1>
      <a:accent2>
        <a:srgbClr val="DF5327"/>
      </a:accent2>
      <a:accent3>
        <a:srgbClr val="FE9E00"/>
      </a:accent3>
      <a:accent4>
        <a:srgbClr val="418AB3"/>
      </a:accent4>
      <a:accent5>
        <a:srgbClr val="D7D447"/>
      </a:accent5>
      <a:accent6>
        <a:srgbClr val="818183"/>
      </a:accent6>
      <a:hlink>
        <a:srgbClr val="F59E00"/>
      </a:hlink>
      <a:folHlink>
        <a:srgbClr val="B2B2B2"/>
      </a:folHlink>
    </a:clrScheme>
    <a:fontScheme name="Basis">
      <a:majorFont>
        <a:latin typeface="Corbel" panose="020B0503020204020204"/>
        <a:ea typeface=""/>
        <a:cs typeface=""/>
      </a:majorFont>
      <a:minorFont>
        <a:latin typeface="Corbel" panose="020B0503020204020204"/>
        <a:ea typeface=""/>
        <a:cs typeface=""/>
      </a:minorFont>
    </a:fontScheme>
    <a:fmtScheme>
      <a:fillStyleLst>
        <a:solidFill>
          <a:schemeClr val="phClr"/>
        </a:solidFill>
        <a:solidFill>
          <a:schemeClr val="phClr">
            <a:tint val="55000"/>
          </a:schemeClr>
        </a:solidFill>
        <a:gradFill>
          <a:gsLst>
            <a:gs pos="0">
              <a:schemeClr val="phClr"/>
            </a:gs>
            <a:gs pos="90000">
              <a:schemeClr val="phClr">
                <a:shade val="100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100000" t="100000" r="100000" b="100000"/>
          </a:path>
          <a:tileRect/>
        </a:gradFill>
      </a:fillStyleLst>
      <a:lnStyleLst>
        <a:ln w="10000" cap="flat" cmpd="sng" algn="ctr">
          <a:prstDash val="solid"/>
        </a:ln>
        <a:ln w="19050" cap="flat" cmpd="sng" algn="ctr">
          <a:prstDash val="solid"/>
        </a:ln>
        <a:ln w="53975" cap="flat" cmpd="dbl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  <a:shade val="95000"/>
          </a:schemeClr>
        </a:solidFill>
        <a:solidFill>
          <a:schemeClr val="phClr">
            <a:tint val="90000"/>
            <a:shade val="85000"/>
            <a:lumMod val="110000"/>
          </a:schemeClr>
        </a:solidFill>
      </a:bgFillStyleLst>
    </a:fmtScheme>
  </a:themeElements>
  <a:objectDefaults/>
  <a:extraClrSchemeLst/>
</a:theme>
</file>

<file path=ppt/theme/theme6.xml><?xml version="1.0" encoding="utf-8"?>
<a:theme xmlns:a="http://schemas.openxmlformats.org/drawingml/2006/main" name="Basis">
  <a:themeElements>
    <a:clrScheme name="Basis">
      <a:dk1>
        <a:srgbClr val="000000"/>
      </a:dk1>
      <a:lt1>
        <a:srgbClr val="FFFFFF"/>
      </a:lt1>
      <a:dk2>
        <a:srgbClr val="565349"/>
      </a:dk2>
      <a:lt2>
        <a:srgbClr val="DDDDDD"/>
      </a:lt2>
      <a:accent1>
        <a:srgbClr val="A6B727"/>
      </a:accent1>
      <a:accent2>
        <a:srgbClr val="DF5327"/>
      </a:accent2>
      <a:accent3>
        <a:srgbClr val="FE9E00"/>
      </a:accent3>
      <a:accent4>
        <a:srgbClr val="418AB3"/>
      </a:accent4>
      <a:accent5>
        <a:srgbClr val="D7D447"/>
      </a:accent5>
      <a:accent6>
        <a:srgbClr val="818183"/>
      </a:accent6>
      <a:hlink>
        <a:srgbClr val="F59E00"/>
      </a:hlink>
      <a:folHlink>
        <a:srgbClr val="B2B2B2"/>
      </a:folHlink>
    </a:clrScheme>
    <a:fontScheme name="Basis">
      <a:majorFont>
        <a:latin typeface="Corbel" panose="020B0503020204020204"/>
        <a:ea typeface=""/>
        <a:cs typeface=""/>
      </a:majorFont>
      <a:minorFont>
        <a:latin typeface="Corbel" panose="020B0503020204020204"/>
        <a:ea typeface=""/>
        <a:cs typeface=""/>
      </a:minorFont>
    </a:fontScheme>
    <a:fmtScheme>
      <a:fillStyleLst>
        <a:solidFill>
          <a:schemeClr val="phClr"/>
        </a:solidFill>
        <a:solidFill>
          <a:schemeClr val="phClr">
            <a:tint val="55000"/>
          </a:schemeClr>
        </a:solidFill>
        <a:gradFill>
          <a:gsLst>
            <a:gs pos="0">
              <a:schemeClr val="phClr"/>
            </a:gs>
            <a:gs pos="90000">
              <a:schemeClr val="phClr">
                <a:shade val="100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100000" t="100000" r="100000" b="100000"/>
          </a:path>
          <a:tileRect/>
        </a:gradFill>
      </a:fillStyleLst>
      <a:lnStyleLst>
        <a:ln w="10000" cap="flat" cmpd="sng" algn="ctr">
          <a:prstDash val="solid"/>
        </a:ln>
        <a:ln w="19050" cap="flat" cmpd="sng" algn="ctr">
          <a:prstDash val="solid"/>
        </a:ln>
        <a:ln w="53975" cap="flat" cmpd="dbl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  <a:shade val="95000"/>
          </a:schemeClr>
        </a:solidFill>
        <a:solidFill>
          <a:schemeClr val="phClr">
            <a:tint val="90000"/>
            <a:shade val="85000"/>
            <a:lumMod val="110000"/>
          </a:schemeClr>
        </a:solidFill>
      </a:bgFillStyleLst>
    </a:fmtScheme>
  </a:themeElements>
  <a:objectDefaults/>
  <a:extraClrSchemeLst/>
</a:theme>
</file>

<file path=ppt/theme/theme7.xml><?xml version="1.0" encoding="utf-8"?>
<a:theme xmlns:a="http://schemas.openxmlformats.org/drawingml/2006/main" name="Basis">
  <a:themeElements>
    <a:clrScheme name="Basis">
      <a:dk1>
        <a:srgbClr val="000000"/>
      </a:dk1>
      <a:lt1>
        <a:srgbClr val="FFFFFF"/>
      </a:lt1>
      <a:dk2>
        <a:srgbClr val="565349"/>
      </a:dk2>
      <a:lt2>
        <a:srgbClr val="DDDDDD"/>
      </a:lt2>
      <a:accent1>
        <a:srgbClr val="A6B727"/>
      </a:accent1>
      <a:accent2>
        <a:srgbClr val="DF5327"/>
      </a:accent2>
      <a:accent3>
        <a:srgbClr val="FE9E00"/>
      </a:accent3>
      <a:accent4>
        <a:srgbClr val="418AB3"/>
      </a:accent4>
      <a:accent5>
        <a:srgbClr val="D7D447"/>
      </a:accent5>
      <a:accent6>
        <a:srgbClr val="818183"/>
      </a:accent6>
      <a:hlink>
        <a:srgbClr val="F59E00"/>
      </a:hlink>
      <a:folHlink>
        <a:srgbClr val="B2B2B2"/>
      </a:folHlink>
    </a:clrScheme>
    <a:fontScheme name="Basis">
      <a:majorFont>
        <a:latin typeface="Corbel" panose="020B0503020204020204"/>
        <a:ea typeface=""/>
        <a:cs typeface=""/>
      </a:majorFont>
      <a:minorFont>
        <a:latin typeface="Corbel" panose="020B0503020204020204"/>
        <a:ea typeface=""/>
        <a:cs typeface=""/>
      </a:minorFont>
    </a:fontScheme>
    <a:fmtScheme>
      <a:fillStyleLst>
        <a:solidFill>
          <a:schemeClr val="phClr"/>
        </a:solidFill>
        <a:solidFill>
          <a:schemeClr val="phClr">
            <a:tint val="55000"/>
          </a:schemeClr>
        </a:solidFill>
        <a:gradFill>
          <a:gsLst>
            <a:gs pos="0">
              <a:schemeClr val="phClr"/>
            </a:gs>
            <a:gs pos="90000">
              <a:schemeClr val="phClr">
                <a:shade val="100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100000" t="100000" r="100000" b="100000"/>
          </a:path>
          <a:tileRect/>
        </a:gradFill>
      </a:fillStyleLst>
      <a:lnStyleLst>
        <a:ln w="10000" cap="flat" cmpd="sng" algn="ctr">
          <a:prstDash val="solid"/>
        </a:ln>
        <a:ln w="19050" cap="flat" cmpd="sng" algn="ctr">
          <a:prstDash val="solid"/>
        </a:ln>
        <a:ln w="53975" cap="flat" cmpd="dbl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  <a:shade val="95000"/>
          </a:schemeClr>
        </a:solidFill>
        <a:solidFill>
          <a:schemeClr val="phClr">
            <a:tint val="90000"/>
            <a:shade val="85000"/>
            <a:lumMod val="110000"/>
          </a:schemeClr>
        </a:solidFill>
      </a:bgFillStyleLst>
    </a:fmtScheme>
  </a:themeElements>
  <a:objectDefaults/>
  <a:extraClrSchemeLst/>
</a:theme>
</file>

<file path=ppt/theme/theme8.xml><?xml version="1.0" encoding="utf-8"?>
<a:theme xmlns:a="http://schemas.openxmlformats.org/drawingml/2006/main" name="Basis">
  <a:themeElements>
    <a:clrScheme name="Basis">
      <a:dk1>
        <a:srgbClr val="000000"/>
      </a:dk1>
      <a:lt1>
        <a:srgbClr val="FFFFFF"/>
      </a:lt1>
      <a:dk2>
        <a:srgbClr val="565349"/>
      </a:dk2>
      <a:lt2>
        <a:srgbClr val="DDDDDD"/>
      </a:lt2>
      <a:accent1>
        <a:srgbClr val="A6B727"/>
      </a:accent1>
      <a:accent2>
        <a:srgbClr val="DF5327"/>
      </a:accent2>
      <a:accent3>
        <a:srgbClr val="FE9E00"/>
      </a:accent3>
      <a:accent4>
        <a:srgbClr val="418AB3"/>
      </a:accent4>
      <a:accent5>
        <a:srgbClr val="D7D447"/>
      </a:accent5>
      <a:accent6>
        <a:srgbClr val="818183"/>
      </a:accent6>
      <a:hlink>
        <a:srgbClr val="F59E00"/>
      </a:hlink>
      <a:folHlink>
        <a:srgbClr val="B2B2B2"/>
      </a:folHlink>
    </a:clrScheme>
    <a:fontScheme name="Basis">
      <a:majorFont>
        <a:latin typeface="Corbel" panose="020B0503020204020204"/>
        <a:ea typeface=""/>
        <a:cs typeface=""/>
      </a:majorFont>
      <a:minorFont>
        <a:latin typeface="Corbel" panose="020B0503020204020204"/>
        <a:ea typeface=""/>
        <a:cs typeface=""/>
      </a:minorFont>
    </a:fontScheme>
    <a:fmtScheme>
      <a:fillStyleLst>
        <a:solidFill>
          <a:schemeClr val="phClr"/>
        </a:solidFill>
        <a:solidFill>
          <a:schemeClr val="phClr">
            <a:tint val="55000"/>
          </a:schemeClr>
        </a:solidFill>
        <a:gradFill>
          <a:gsLst>
            <a:gs pos="0">
              <a:schemeClr val="phClr"/>
            </a:gs>
            <a:gs pos="90000">
              <a:schemeClr val="phClr">
                <a:shade val="100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100000" t="100000" r="100000" b="100000"/>
          </a:path>
          <a:tileRect/>
        </a:gradFill>
      </a:fillStyleLst>
      <a:lnStyleLst>
        <a:ln w="10000" cap="flat" cmpd="sng" algn="ctr">
          <a:prstDash val="solid"/>
        </a:ln>
        <a:ln w="19050" cap="flat" cmpd="sng" algn="ctr">
          <a:prstDash val="solid"/>
        </a:ln>
        <a:ln w="53975" cap="flat" cmpd="dbl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  <a:shade val="95000"/>
          </a:schemeClr>
        </a:solidFill>
        <a:solidFill>
          <a:schemeClr val="phClr">
            <a:tint val="90000"/>
            <a:shade val="85000"/>
            <a:lumMod val="110000"/>
          </a:schemeClr>
        </a:solidFill>
      </a:bgFillStyleLst>
    </a:fmtScheme>
  </a:themeElements>
  <a:objectDefaults/>
  <a:extraClrSchemeLst/>
</a:theme>
</file>

<file path=ppt/theme/theme9.xml><?xml version="1.0" encoding="utf-8"?>
<a:theme xmlns:a="http://schemas.openxmlformats.org/drawingml/2006/main" name="Basis">
  <a:themeElements>
    <a:clrScheme name="Basis">
      <a:dk1>
        <a:srgbClr val="000000"/>
      </a:dk1>
      <a:lt1>
        <a:srgbClr val="FFFFFF"/>
      </a:lt1>
      <a:dk2>
        <a:srgbClr val="565349"/>
      </a:dk2>
      <a:lt2>
        <a:srgbClr val="DDDDDD"/>
      </a:lt2>
      <a:accent1>
        <a:srgbClr val="A6B727"/>
      </a:accent1>
      <a:accent2>
        <a:srgbClr val="DF5327"/>
      </a:accent2>
      <a:accent3>
        <a:srgbClr val="FE9E00"/>
      </a:accent3>
      <a:accent4>
        <a:srgbClr val="418AB3"/>
      </a:accent4>
      <a:accent5>
        <a:srgbClr val="D7D447"/>
      </a:accent5>
      <a:accent6>
        <a:srgbClr val="818183"/>
      </a:accent6>
      <a:hlink>
        <a:srgbClr val="F59E00"/>
      </a:hlink>
      <a:folHlink>
        <a:srgbClr val="B2B2B2"/>
      </a:folHlink>
    </a:clrScheme>
    <a:fontScheme name="Basis">
      <a:majorFont>
        <a:latin typeface="Corbel" panose="020B0503020204020204"/>
        <a:ea typeface=""/>
        <a:cs typeface=""/>
      </a:majorFont>
      <a:minorFont>
        <a:latin typeface="Corbel" panose="020B0503020204020204"/>
        <a:ea typeface=""/>
        <a:cs typeface=""/>
      </a:minorFont>
    </a:fontScheme>
    <a:fmtScheme>
      <a:fillStyleLst>
        <a:solidFill>
          <a:schemeClr val="phClr"/>
        </a:solidFill>
        <a:solidFill>
          <a:schemeClr val="phClr">
            <a:tint val="55000"/>
          </a:schemeClr>
        </a:solidFill>
        <a:gradFill>
          <a:gsLst>
            <a:gs pos="0">
              <a:schemeClr val="phClr"/>
            </a:gs>
            <a:gs pos="90000">
              <a:schemeClr val="phClr">
                <a:shade val="100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100000" t="100000" r="100000" b="100000"/>
          </a:path>
          <a:tileRect/>
        </a:gradFill>
      </a:fillStyleLst>
      <a:lnStyleLst>
        <a:ln w="10000" cap="flat" cmpd="sng" algn="ctr">
          <a:prstDash val="solid"/>
        </a:ln>
        <a:ln w="19050" cap="flat" cmpd="sng" algn="ctr">
          <a:prstDash val="solid"/>
        </a:ln>
        <a:ln w="53975" cap="flat" cmpd="dbl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  <a:shade val="95000"/>
          </a:schemeClr>
        </a:solidFill>
        <a:solidFill>
          <a:schemeClr val="phClr">
            <a:tint val="90000"/>
            <a:shade val="85000"/>
            <a:lumMod val="110000"/>
          </a:schemeClr>
        </a:solidFill>
      </a:bgFillStyleLst>
    </a:fmtScheme>
  </a:themeElements>
  <a:objectDefaults/>
  <a:extraClrSchemeLst/>
</a:theme>
</file>

<file path=ppt/theme/theme10.xml><?xml version="1.0" encoding="utf-8"?>
<a:theme xmlns:a="http://schemas.openxmlformats.org/drawingml/2006/main" name="イオン">
  <a:themeElements>
    <a:clrScheme name="イオン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EC76B5"/>
      </a:hlink>
      <a:folHlink>
        <a:srgbClr val="E8ACCD"/>
      </a:folHlink>
    </a:clrScheme>
    <a:fontScheme name="イオン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イオン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A207AED3-9ABC-4A18-9978-A59B65688B1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102</TotalTime>
  <Words>155</Words>
  <Application>Microsoft Office PowerPoint</Application>
  <PresentationFormat>ワイド画面</PresentationFormat>
  <Paragraphs>25</Paragraphs>
  <Slides>6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7</vt:i4>
      </vt:variant>
      <vt:variant>
        <vt:lpstr>テーマ</vt:lpstr>
      </vt:variant>
      <vt:variant>
        <vt:i4>10</vt:i4>
      </vt:variant>
      <vt:variant>
        <vt:lpstr>スライド タイトル</vt:lpstr>
      </vt:variant>
      <vt:variant>
        <vt:i4>6</vt:i4>
      </vt:variant>
    </vt:vector>
  </HeadingPairs>
  <TitlesOfParts>
    <vt:vector size="23" baseType="lpstr">
      <vt:lpstr>Noto Serif JP</vt:lpstr>
      <vt:lpstr>Arial</vt:lpstr>
      <vt:lpstr>Century Gothic</vt:lpstr>
      <vt:lpstr>Corbel</vt:lpstr>
      <vt:lpstr>Symbol</vt:lpstr>
      <vt:lpstr>Wingdings</vt:lpstr>
      <vt:lpstr>Wingdings 3</vt:lpstr>
      <vt:lpstr>Basis</vt:lpstr>
      <vt:lpstr>Basis</vt:lpstr>
      <vt:lpstr>Basis</vt:lpstr>
      <vt:lpstr>Basis</vt:lpstr>
      <vt:lpstr>Basis</vt:lpstr>
      <vt:lpstr>Basis</vt:lpstr>
      <vt:lpstr>Basis</vt:lpstr>
      <vt:lpstr>Basis</vt:lpstr>
      <vt:lpstr>Basis</vt:lpstr>
      <vt:lpstr>イオン</vt:lpstr>
      <vt:lpstr>企画書</vt:lpstr>
      <vt:lpstr>概要</vt:lpstr>
      <vt:lpstr>ゲームの特徴</vt:lpstr>
      <vt:lpstr>操作方法(ゲームパッド)</vt:lpstr>
      <vt:lpstr>操作方法(キーボード)</vt:lpstr>
      <vt:lpstr>コマンド操作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企画書</dc:title>
  <dc:subject/>
  <dc:creator/>
  <dc:description/>
  <cp:lastModifiedBy>根岸歩夢</cp:lastModifiedBy>
  <cp:revision>219</cp:revision>
  <dcterms:created xsi:type="dcterms:W3CDTF">2026-09-28T02:36:21Z</dcterms:created>
  <dcterms:modified xsi:type="dcterms:W3CDTF">2026-10-27T04:49:05Z</dcterms:modified>
  <dc:language>ja-JP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ワイド画面</vt:lpwstr>
  </property>
  <property fmtid="{D5CDD505-2E9C-101B-9397-08002B2CF9AE}" pid="3" name="Slides">
    <vt:i4>7</vt:i4>
  </property>
</Properties>
</file>