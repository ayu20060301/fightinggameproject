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1" dt="2026-10-19T12:18:41.926"/>
    <p1510:client id="{1640D91E-18E2-0382-DB24-D39A4C8653D5}" v="1" dt="2026-10-19T13:15:51.928"/>
    <p1510:client id="{792E66CE-AC3C-8DEC-2FAB-CC3AB01A3BEC}" v="267" dt="2026-10-19T12:06:24.968"/>
    <p1510:client id="{D815BD92-8806-E14A-4D8D-C04F89E986E0}" v="5" dt="2026-10-19T11:18:18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根岸歩夢" userId="S::ooi2472037@stu.o-hara.ac.jp::b50d13ec-8991-4d62-99ac-14a958f09980" providerId="AD" clId="Web-{D815BD92-8806-E14A-4D8D-C04F89E986E0}"/>
    <pc:docChg chg="modSld">
      <pc:chgData name="根岸歩夢" userId="S::ooi2472037@stu.o-hara.ac.jp::b50d13ec-8991-4d62-99ac-14a958f09980" providerId="AD" clId="Web-{D815BD92-8806-E14A-4D8D-C04F89E986E0}" dt="2026-10-19T11:18:18.225" v="4"/>
      <pc:docMkLst>
        <pc:docMk/>
      </pc:docMkLst>
      <pc:sldChg chg="delSp modSp">
        <pc:chgData name="根岸歩夢" userId="S::ooi2472037@stu.o-hara.ac.jp::b50d13ec-8991-4d62-99ac-14a958f09980" providerId="AD" clId="Web-{D815BD92-8806-E14A-4D8D-C04F89E986E0}" dt="2026-10-19T11:18:18.225" v="4"/>
        <pc:sldMkLst>
          <pc:docMk/>
          <pc:sldMk cId="2128380218" sldId="256"/>
        </pc:sldMkLst>
        <pc:spChg chg="mod">
          <ac:chgData name="根岸歩夢" userId="S::ooi2472037@stu.o-hara.ac.jp::b50d13ec-8991-4d62-99ac-14a958f09980" providerId="AD" clId="Web-{D815BD92-8806-E14A-4D8D-C04F89E986E0}" dt="2026-10-19T11:18:17.162" v="3" actId="20577"/>
          <ac:spMkLst>
            <pc:docMk/>
            <pc:sldMk cId="2128380218" sldId="256"/>
            <ac:spMk id="2" creationId="{00000000-0000-0000-0000-000000000000}"/>
          </ac:spMkLst>
        </pc:spChg>
        <pc:spChg chg="del">
          <ac:chgData name="根岸歩夢" userId="S::ooi2472037@stu.o-hara.ac.jp::b50d13ec-8991-4d62-99ac-14a958f09980" providerId="AD" clId="Web-{D815BD92-8806-E14A-4D8D-C04F89E986E0}" dt="2026-10-19T11:18:18.225" v="4"/>
          <ac:spMkLst>
            <pc:docMk/>
            <pc:sldMk cId="2128380218" sldId="256"/>
            <ac:spMk id="3" creationId="{00000000-0000-0000-0000-000000000000}"/>
          </ac:spMkLst>
        </pc:spChg>
      </pc:sldChg>
    </pc:docChg>
  </pc:docChgLst>
  <pc:docChgLst>
    <pc:chgData name="根岸歩夢" userId="S::ooi2472037@stu.o-hara.ac.jp::b50d13ec-8991-4d62-99ac-14a958f09980" providerId="AD" clId="Web-{1640D91E-18E2-0382-DB24-D39A4C8653D5}"/>
    <pc:docChg chg="modSld">
      <pc:chgData name="根岸歩夢" userId="S::ooi2472037@stu.o-hara.ac.jp::b50d13ec-8991-4d62-99ac-14a958f09980" providerId="AD" clId="Web-{1640D91E-18E2-0382-DB24-D39A4C8653D5}" dt="2026-10-19T13:15:51.928" v="0" actId="20577"/>
      <pc:docMkLst>
        <pc:docMk/>
      </pc:docMkLst>
      <pc:sldChg chg="modSp">
        <pc:chgData name="根岸歩夢" userId="S::ooi2472037@stu.o-hara.ac.jp::b50d13ec-8991-4d62-99ac-14a958f09980" providerId="AD" clId="Web-{1640D91E-18E2-0382-DB24-D39A4C8653D5}" dt="2026-10-19T13:15:51.928" v="0" actId="20577"/>
        <pc:sldMkLst>
          <pc:docMk/>
          <pc:sldMk cId="3868400772" sldId="259"/>
        </pc:sldMkLst>
        <pc:spChg chg="mod">
          <ac:chgData name="根岸歩夢" userId="S::ooi2472037@stu.o-hara.ac.jp::b50d13ec-8991-4d62-99ac-14a958f09980" providerId="AD" clId="Web-{1640D91E-18E2-0382-DB24-D39A4C8653D5}" dt="2026-10-19T13:15:51.928" v="0" actId="20577"/>
          <ac:spMkLst>
            <pc:docMk/>
            <pc:sldMk cId="3868400772" sldId="259"/>
            <ac:spMk id="2" creationId="{23848B13-67BB-72E4-1525-C3A7535C8D46}"/>
          </ac:spMkLst>
        </pc:spChg>
      </pc:sldChg>
    </pc:docChg>
  </pc:docChgLst>
  <pc:docChgLst>
    <pc:chgData name="根岸歩夢" userId="S::ooi2472037@stu.o-hara.ac.jp::b50d13ec-8991-4d62-99ac-14a958f09980" providerId="AD" clId="Web-{00000000-0000-0000-0000-000000000000}"/>
    <pc:docChg chg="addSld modSld">
      <pc:chgData name="根岸歩夢" userId="S::ooi2472037@stu.o-hara.ac.jp::b50d13ec-8991-4d62-99ac-14a958f09980" providerId="AD" clId="Web-{00000000-0000-0000-0000-000000000000}" dt="2026-10-19T12:18:41.926" v="78" actId="14100"/>
      <pc:docMkLst>
        <pc:docMk/>
      </pc:docMkLst>
      <pc:sldChg chg="modSp">
        <pc:chgData name="根岸歩夢" userId="S::ooi2472037@stu.o-hara.ac.jp::b50d13ec-8991-4d62-99ac-14a958f09980" providerId="AD" clId="Web-{00000000-0000-0000-0000-000000000000}" dt="2026-10-19T12:12:58.009" v="59" actId="20577"/>
        <pc:sldMkLst>
          <pc:docMk/>
          <pc:sldMk cId="2128380218" sldId="256"/>
        </pc:sldMkLst>
        <pc:spChg chg="mod">
          <ac:chgData name="根岸歩夢" userId="S::ooi2472037@stu.o-hara.ac.jp::b50d13ec-8991-4d62-99ac-14a958f09980" providerId="AD" clId="Web-{00000000-0000-0000-0000-000000000000}" dt="2026-10-19T12:12:45.181" v="56" actId="1076"/>
          <ac:spMkLst>
            <pc:docMk/>
            <pc:sldMk cId="2128380218" sldId="256"/>
            <ac:spMk id="2" creationId="{00000000-0000-0000-0000-000000000000}"/>
          </ac:spMkLst>
        </pc:spChg>
        <pc:spChg chg="mod">
          <ac:chgData name="根岸歩夢" userId="S::ooi2472037@stu.o-hara.ac.jp::b50d13ec-8991-4d62-99ac-14a958f09980" providerId="AD" clId="Web-{00000000-0000-0000-0000-000000000000}" dt="2026-10-19T12:12:58.009" v="59" actId="20577"/>
          <ac:spMkLst>
            <pc:docMk/>
            <pc:sldMk cId="2128380218" sldId="256"/>
            <ac:spMk id="3" creationId="{B0E0E07D-F102-2D5B-6425-70137D7AFFD1}"/>
          </ac:spMkLst>
        </pc:spChg>
      </pc:sldChg>
      <pc:sldChg chg="addSp delSp modSp">
        <pc:chgData name="根岸歩夢" userId="S::ooi2472037@stu.o-hara.ac.jp::b50d13ec-8991-4d62-99ac-14a958f09980" providerId="AD" clId="Web-{00000000-0000-0000-0000-000000000000}" dt="2026-10-19T12:15:04.482" v="68" actId="14100"/>
        <pc:sldMkLst>
          <pc:docMk/>
          <pc:sldMk cId="3397825715" sldId="257"/>
        </pc:sldMkLst>
        <pc:spChg chg="mod">
          <ac:chgData name="根岸歩夢" userId="S::ooi2472037@stu.o-hara.ac.jp::b50d13ec-8991-4d62-99ac-14a958f09980" providerId="AD" clId="Web-{00000000-0000-0000-0000-000000000000}" dt="2026-10-19T12:09:45.191" v="28" actId="20577"/>
          <ac:spMkLst>
            <pc:docMk/>
            <pc:sldMk cId="3397825715" sldId="257"/>
            <ac:spMk id="2" creationId="{EBB4C431-2BA0-DD98-F897-E36A4731D054}"/>
          </ac:spMkLst>
        </pc:spChg>
        <pc:spChg chg="add mod">
          <ac:chgData name="根岸歩夢" userId="S::ooi2472037@stu.o-hara.ac.jp::b50d13ec-8991-4d62-99ac-14a958f09980" providerId="AD" clId="Web-{00000000-0000-0000-0000-000000000000}" dt="2026-10-19T12:08:37.111" v="7" actId="1076"/>
          <ac:spMkLst>
            <pc:docMk/>
            <pc:sldMk cId="3397825715" sldId="257"/>
            <ac:spMk id="3" creationId="{87C5D511-30C9-AB30-092B-6BB8A4140BC7}"/>
          </ac:spMkLst>
        </pc:spChg>
        <pc:spChg chg="mod">
          <ac:chgData name="根岸歩夢" userId="S::ooi2472037@stu.o-hara.ac.jp::b50d13ec-8991-4d62-99ac-14a958f09980" providerId="AD" clId="Web-{00000000-0000-0000-0000-000000000000}" dt="2026-10-19T12:13:06.353" v="61" actId="1076"/>
          <ac:spMkLst>
            <pc:docMk/>
            <pc:sldMk cId="3397825715" sldId="257"/>
            <ac:spMk id="5" creationId="{6FDE4832-644D-102D-A0EC-E163ACC07670}"/>
          </ac:spMkLst>
        </pc:spChg>
        <pc:spChg chg="add mod">
          <ac:chgData name="根岸歩夢" userId="S::ooi2472037@stu.o-hara.ac.jp::b50d13ec-8991-4d62-99ac-14a958f09980" providerId="AD" clId="Web-{00000000-0000-0000-0000-000000000000}" dt="2026-10-19T12:09:32.472" v="22" actId="14100"/>
          <ac:spMkLst>
            <pc:docMk/>
            <pc:sldMk cId="3397825715" sldId="257"/>
            <ac:spMk id="7" creationId="{C0621B50-61B4-4B5D-310B-CC5CDEF90FA2}"/>
          </ac:spMkLst>
        </pc:spChg>
        <pc:spChg chg="mod">
          <ac:chgData name="根岸歩夢" userId="S::ooi2472037@stu.o-hara.ac.jp::b50d13ec-8991-4d62-99ac-14a958f09980" providerId="AD" clId="Web-{00000000-0000-0000-0000-000000000000}" dt="2026-10-19T12:08:22.704" v="4" actId="1076"/>
          <ac:spMkLst>
            <pc:docMk/>
            <pc:sldMk cId="3397825715" sldId="257"/>
            <ac:spMk id="10" creationId="{B7F465DB-461F-27C4-8E27-DB74B436BF83}"/>
          </ac:spMkLst>
        </pc:spChg>
        <pc:spChg chg="mod">
          <ac:chgData name="根岸歩夢" userId="S::ooi2472037@stu.o-hara.ac.jp::b50d13ec-8991-4d62-99ac-14a958f09980" providerId="AD" clId="Web-{00000000-0000-0000-0000-000000000000}" dt="2026-10-19T12:09:28.566" v="21" actId="1076"/>
          <ac:spMkLst>
            <pc:docMk/>
            <pc:sldMk cId="3397825715" sldId="257"/>
            <ac:spMk id="12" creationId="{B64B4ED6-EB43-8F02-F8F1-60DF7DE05BA2}"/>
          </ac:spMkLst>
        </pc:spChg>
        <pc:spChg chg="mod">
          <ac:chgData name="根岸歩夢" userId="S::ooi2472037@stu.o-hara.ac.jp::b50d13ec-8991-4d62-99ac-14a958f09980" providerId="AD" clId="Web-{00000000-0000-0000-0000-000000000000}" dt="2026-10-19T12:08:17.064" v="3" actId="1076"/>
          <ac:spMkLst>
            <pc:docMk/>
            <pc:sldMk cId="3397825715" sldId="257"/>
            <ac:spMk id="17" creationId="{4942D120-52D5-CF4B-A561-A5A6053433E7}"/>
          </ac:spMkLst>
        </pc:spChg>
        <pc:spChg chg="mod">
          <ac:chgData name="根岸歩夢" userId="S::ooi2472037@stu.o-hara.ac.jp::b50d13ec-8991-4d62-99ac-14a958f09980" providerId="AD" clId="Web-{00000000-0000-0000-0000-000000000000}" dt="2026-10-19T12:09:24.378" v="20" actId="1076"/>
          <ac:spMkLst>
            <pc:docMk/>
            <pc:sldMk cId="3397825715" sldId="257"/>
            <ac:spMk id="22" creationId="{E46180D2-9AEB-EC8B-8B2A-1884B89A06D1}"/>
          </ac:spMkLst>
        </pc:spChg>
        <pc:spChg chg="mod">
          <ac:chgData name="根岸歩夢" userId="S::ooi2472037@stu.o-hara.ac.jp::b50d13ec-8991-4d62-99ac-14a958f09980" providerId="AD" clId="Web-{00000000-0000-0000-0000-000000000000}" dt="2026-10-19T12:11:57.570" v="45" actId="1076"/>
          <ac:spMkLst>
            <pc:docMk/>
            <pc:sldMk cId="3397825715" sldId="257"/>
            <ac:spMk id="23" creationId="{53889F85-C3ED-27DC-8C52-88DCDCB9C001}"/>
          </ac:spMkLst>
        </pc:spChg>
        <pc:spChg chg="add mod">
          <ac:chgData name="根岸歩夢" userId="S::ooi2472037@stu.o-hara.ac.jp::b50d13ec-8991-4d62-99ac-14a958f09980" providerId="AD" clId="Web-{00000000-0000-0000-0000-000000000000}" dt="2026-10-19T12:10:34.615" v="30" actId="1076"/>
          <ac:spMkLst>
            <pc:docMk/>
            <pc:sldMk cId="3397825715" sldId="257"/>
            <ac:spMk id="24" creationId="{435B3C77-7484-3F9E-ADE6-123734E8E310}"/>
          </ac:spMkLst>
        </pc:spChg>
        <pc:spChg chg="mod">
          <ac:chgData name="根岸歩夢" userId="S::ooi2472037@stu.o-hara.ac.jp::b50d13ec-8991-4d62-99ac-14a958f09980" providerId="AD" clId="Web-{00000000-0000-0000-0000-000000000000}" dt="2026-10-19T12:11:52.242" v="44" actId="1076"/>
          <ac:spMkLst>
            <pc:docMk/>
            <pc:sldMk cId="3397825715" sldId="257"/>
            <ac:spMk id="25" creationId="{01A44D0E-126B-4ADE-09EC-7074ED1AE70D}"/>
          </ac:spMkLst>
        </pc:spChg>
        <pc:spChg chg="mod">
          <ac:chgData name="根岸歩夢" userId="S::ooi2472037@stu.o-hara.ac.jp::b50d13ec-8991-4d62-99ac-14a958f09980" providerId="AD" clId="Web-{00000000-0000-0000-0000-000000000000}" dt="2026-10-19T12:12:01.977" v="46" actId="1076"/>
          <ac:spMkLst>
            <pc:docMk/>
            <pc:sldMk cId="3397825715" sldId="257"/>
            <ac:spMk id="26" creationId="{07F43002-5743-60E6-F0EC-1B4F652BE13F}"/>
          </ac:spMkLst>
        </pc:spChg>
        <pc:spChg chg="add mod">
          <ac:chgData name="根岸歩夢" userId="S::ooi2472037@stu.o-hara.ac.jp::b50d13ec-8991-4d62-99ac-14a958f09980" providerId="AD" clId="Web-{00000000-0000-0000-0000-000000000000}" dt="2026-10-19T12:11:37.820" v="41" actId="688"/>
          <ac:spMkLst>
            <pc:docMk/>
            <pc:sldMk cId="3397825715" sldId="257"/>
            <ac:spMk id="28" creationId="{06DF9AD1-2247-4C0B-732B-4C9FB39E4317}"/>
          </ac:spMkLst>
        </pc:spChg>
        <pc:spChg chg="mod">
          <ac:chgData name="根岸歩夢" userId="S::ooi2472037@stu.o-hara.ac.jp::b50d13ec-8991-4d62-99ac-14a958f09980" providerId="AD" clId="Web-{00000000-0000-0000-0000-000000000000}" dt="2026-10-19T12:09:19.597" v="19" actId="1076"/>
          <ac:spMkLst>
            <pc:docMk/>
            <pc:sldMk cId="3397825715" sldId="257"/>
            <ac:spMk id="30" creationId="{6DCEF426-352E-7063-8032-A7D1B11E1BB4}"/>
          </ac:spMkLst>
        </pc:spChg>
        <pc:spChg chg="add del mod">
          <ac:chgData name="根岸歩夢" userId="S::ooi2472037@stu.o-hara.ac.jp::b50d13ec-8991-4d62-99ac-14a958f09980" providerId="AD" clId="Web-{00000000-0000-0000-0000-000000000000}" dt="2026-10-19T12:12:12.399" v="48"/>
          <ac:spMkLst>
            <pc:docMk/>
            <pc:sldMk cId="3397825715" sldId="257"/>
            <ac:spMk id="32" creationId="{747F3EA1-7EC7-A020-9CC6-D1DBED5066FC}"/>
          </ac:spMkLst>
        </pc:spChg>
        <pc:spChg chg="mod">
          <ac:chgData name="根岸歩夢" userId="S::ooi2472037@stu.o-hara.ac.jp::b50d13ec-8991-4d62-99ac-14a958f09980" providerId="AD" clId="Web-{00000000-0000-0000-0000-000000000000}" dt="2026-10-19T12:08:13.220" v="2" actId="1076"/>
          <ac:spMkLst>
            <pc:docMk/>
            <pc:sldMk cId="3397825715" sldId="257"/>
            <ac:spMk id="34" creationId="{46955DE8-BE35-7695-D566-F426647B4628}"/>
          </ac:spMkLst>
        </pc:spChg>
        <pc:spChg chg="add mod">
          <ac:chgData name="根岸歩夢" userId="S::ooi2472037@stu.o-hara.ac.jp::b50d13ec-8991-4d62-99ac-14a958f09980" providerId="AD" clId="Web-{00000000-0000-0000-0000-000000000000}" dt="2026-10-19T12:10:59.772" v="36" actId="1076"/>
          <ac:spMkLst>
            <pc:docMk/>
            <pc:sldMk cId="3397825715" sldId="257"/>
            <ac:spMk id="35" creationId="{E881E0FB-9EC6-4846-B6CE-55B980C4E431}"/>
          </ac:spMkLst>
        </pc:spChg>
        <pc:spChg chg="add mod">
          <ac:chgData name="根岸歩夢" userId="S::ooi2472037@stu.o-hara.ac.jp::b50d13ec-8991-4d62-99ac-14a958f09980" providerId="AD" clId="Web-{00000000-0000-0000-0000-000000000000}" dt="2026-10-19T12:12:19.461" v="50" actId="1076"/>
          <ac:spMkLst>
            <pc:docMk/>
            <pc:sldMk cId="3397825715" sldId="257"/>
            <ac:spMk id="37" creationId="{11AF9A78-7ED0-96C5-18C1-295BB6F9E304}"/>
          </ac:spMkLst>
        </pc:spChg>
        <pc:spChg chg="add mod">
          <ac:chgData name="根岸歩夢" userId="S::ooi2472037@stu.o-hara.ac.jp::b50d13ec-8991-4d62-99ac-14a958f09980" providerId="AD" clId="Web-{00000000-0000-0000-0000-000000000000}" dt="2026-10-19T12:15:04.482" v="68" actId="14100"/>
          <ac:spMkLst>
            <pc:docMk/>
            <pc:sldMk cId="3397825715" sldId="257"/>
            <ac:spMk id="38" creationId="{8C7A0027-982B-8C64-0BCB-6214CDFF1E5E}"/>
          </ac:spMkLst>
        </pc:spChg>
        <pc:picChg chg="mod">
          <ac:chgData name="根岸歩夢" userId="S::ooi2472037@stu.o-hara.ac.jp::b50d13ec-8991-4d62-99ac-14a958f09980" providerId="AD" clId="Web-{00000000-0000-0000-0000-000000000000}" dt="2026-10-19T12:13:03.619" v="60" actId="1076"/>
          <ac:picMkLst>
            <pc:docMk/>
            <pc:sldMk cId="3397825715" sldId="257"/>
            <ac:picMk id="4" creationId="{7E7600D5-3616-37A5-FFCA-16AF7D976485}"/>
          </ac:picMkLst>
        </pc:picChg>
        <pc:picChg chg="add mod">
          <ac:chgData name="根岸歩夢" userId="S::ooi2472037@stu.o-hara.ac.jp::b50d13ec-8991-4d62-99ac-14a958f09980" providerId="AD" clId="Web-{00000000-0000-0000-0000-000000000000}" dt="2026-10-19T12:08:53.002" v="13" actId="1076"/>
          <ac:picMkLst>
            <pc:docMk/>
            <pc:sldMk cId="3397825715" sldId="257"/>
            <ac:picMk id="6" creationId="{93B93AF8-AD47-3E63-B1FE-3425D4B965D8}"/>
          </ac:picMkLst>
        </pc:picChg>
        <pc:picChg chg="mod">
          <ac:chgData name="根岸歩夢" userId="S::ooi2472037@stu.o-hara.ac.jp::b50d13ec-8991-4d62-99ac-14a958f09980" providerId="AD" clId="Web-{00000000-0000-0000-0000-000000000000}" dt="2026-10-19T12:08:26.142" v="5" actId="1076"/>
          <ac:picMkLst>
            <pc:docMk/>
            <pc:sldMk cId="3397825715" sldId="257"/>
            <ac:picMk id="29" creationId="{79E4C11B-A4A3-BC96-60FF-D86E03AE093E}"/>
          </ac:picMkLst>
        </pc:picChg>
        <pc:picChg chg="add mod">
          <ac:chgData name="根岸歩夢" userId="S::ooi2472037@stu.o-hara.ac.jp::b50d13ec-8991-4d62-99ac-14a958f09980" providerId="AD" clId="Web-{00000000-0000-0000-0000-000000000000}" dt="2026-10-19T12:11:17.210" v="38" actId="1076"/>
          <ac:picMkLst>
            <pc:docMk/>
            <pc:sldMk cId="3397825715" sldId="257"/>
            <ac:picMk id="36" creationId="{4E6536C2-559F-EB27-22C1-373B9E5581CA}"/>
          </ac:picMkLst>
        </pc:picChg>
      </pc:sldChg>
      <pc:sldChg chg="addSp delSp modSp add replId">
        <pc:chgData name="根岸歩夢" userId="S::ooi2472037@stu.o-hara.ac.jp::b50d13ec-8991-4d62-99ac-14a958f09980" providerId="AD" clId="Web-{00000000-0000-0000-0000-000000000000}" dt="2026-10-19T12:18:41.926" v="78" actId="14100"/>
        <pc:sldMkLst>
          <pc:docMk/>
          <pc:sldMk cId="3868400772" sldId="259"/>
        </pc:sldMkLst>
        <pc:spChg chg="add del mod">
          <ac:chgData name="根岸歩夢" userId="S::ooi2472037@stu.o-hara.ac.jp::b50d13ec-8991-4d62-99ac-14a958f09980" providerId="AD" clId="Web-{00000000-0000-0000-0000-000000000000}" dt="2026-10-19T12:18:23.191" v="71"/>
          <ac:spMkLst>
            <pc:docMk/>
            <pc:sldMk cId="3868400772" sldId="259"/>
            <ac:spMk id="39" creationId="{D4E2B7F9-9351-EC83-4D58-DE82AFF9FC28}"/>
          </ac:spMkLst>
        </pc:spChg>
        <pc:picChg chg="del">
          <ac:chgData name="根岸歩夢" userId="S::ooi2472037@stu.o-hara.ac.jp::b50d13ec-8991-4d62-99ac-14a958f09980" providerId="AD" clId="Web-{00000000-0000-0000-0000-000000000000}" dt="2026-10-19T12:16:27.266" v="70"/>
          <ac:picMkLst>
            <pc:docMk/>
            <pc:sldMk cId="3868400772" sldId="259"/>
            <ac:picMk id="4" creationId="{141850B3-5730-DDF0-5A63-BFB3B2E993B6}"/>
          </ac:picMkLst>
        </pc:picChg>
        <pc:picChg chg="add mod">
          <ac:chgData name="根岸歩夢" userId="S::ooi2472037@stu.o-hara.ac.jp::b50d13ec-8991-4d62-99ac-14a958f09980" providerId="AD" clId="Web-{00000000-0000-0000-0000-000000000000}" dt="2026-10-19T12:18:41.926" v="78" actId="14100"/>
          <ac:picMkLst>
            <pc:docMk/>
            <pc:sldMk cId="3868400772" sldId="259"/>
            <ac:picMk id="40" creationId="{F193349A-69BB-B504-A357-9B4C36ABACF5}"/>
          </ac:picMkLst>
        </pc:picChg>
      </pc:sldChg>
    </pc:docChg>
  </pc:docChgLst>
  <pc:docChgLst>
    <pc:chgData name="根岸歩夢" userId="S::ooi2472037@stu.o-hara.ac.jp::b50d13ec-8991-4d62-99ac-14a958f09980" providerId="AD" clId="Web-{792E66CE-AC3C-8DEC-2FAB-CC3AB01A3BEC}"/>
    <pc:docChg chg="mod addSld modSld addMainMaster delMainMaster">
      <pc:chgData name="根岸歩夢" userId="S::ooi2472037@stu.o-hara.ac.jp::b50d13ec-8991-4d62-99ac-14a958f09980" providerId="AD" clId="Web-{792E66CE-AC3C-8DEC-2FAB-CC3AB01A3BEC}" dt="2026-10-19T12:06:24.968" v="214"/>
      <pc:docMkLst>
        <pc:docMk/>
      </pc:docMkLst>
      <pc:sldChg chg="addSp modSp mod modClrScheme chgLayout">
        <pc:chgData name="根岸歩夢" userId="S::ooi2472037@stu.o-hara.ac.jp::b50d13ec-8991-4d62-99ac-14a958f09980" providerId="AD" clId="Web-{792E66CE-AC3C-8DEC-2FAB-CC3AB01A3BEC}" dt="2026-10-19T11:57:43.405" v="107"/>
        <pc:sldMkLst>
          <pc:docMk/>
          <pc:sldMk cId="2128380218" sldId="256"/>
        </pc:sldMkLst>
        <pc:spChg chg="mod ord">
          <ac:chgData name="根岸歩夢" userId="S::ooi2472037@stu.o-hara.ac.jp::b50d13ec-8991-4d62-99ac-14a958f09980" providerId="AD" clId="Web-{792E66CE-AC3C-8DEC-2FAB-CC3AB01A3BEC}" dt="2026-10-19T11:57:43.405" v="107"/>
          <ac:spMkLst>
            <pc:docMk/>
            <pc:sldMk cId="2128380218" sldId="256"/>
            <ac:spMk id="2" creationId="{00000000-0000-0000-0000-000000000000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1:33:01.206" v="23" actId="20577"/>
          <ac:spMkLst>
            <pc:docMk/>
            <pc:sldMk cId="2128380218" sldId="256"/>
            <ac:spMk id="3" creationId="{B0E0E07D-F102-2D5B-6425-70137D7AFFD1}"/>
          </ac:spMkLst>
        </pc:spChg>
      </pc:sldChg>
      <pc:sldChg chg="addSp delSp modSp new mod modClrScheme chgLayout">
        <pc:chgData name="根岸歩夢" userId="S::ooi2472037@stu.o-hara.ac.jp::b50d13ec-8991-4d62-99ac-14a958f09980" providerId="AD" clId="Web-{792E66CE-AC3C-8DEC-2FAB-CC3AB01A3BEC}" dt="2026-10-19T12:06:24.968" v="214"/>
        <pc:sldMkLst>
          <pc:docMk/>
          <pc:sldMk cId="3397825715" sldId="257"/>
        </pc:sldMkLst>
        <pc:spChg chg="mod ord">
          <ac:chgData name="根岸歩夢" userId="S::ooi2472037@stu.o-hara.ac.jp::b50d13ec-8991-4d62-99ac-14a958f09980" providerId="AD" clId="Web-{792E66CE-AC3C-8DEC-2FAB-CC3AB01A3BEC}" dt="2026-10-19T11:57:43.405" v="107"/>
          <ac:spMkLst>
            <pc:docMk/>
            <pc:sldMk cId="3397825715" sldId="257"/>
            <ac:spMk id="2" creationId="{EBB4C431-2BA0-DD98-F897-E36A4731D054}"/>
          </ac:spMkLst>
        </pc:spChg>
        <pc:spChg chg="del mod">
          <ac:chgData name="根岸歩夢" userId="S::ooi2472037@stu.o-hara.ac.jp::b50d13ec-8991-4d62-99ac-14a958f09980" providerId="AD" clId="Web-{792E66CE-AC3C-8DEC-2FAB-CC3AB01A3BEC}" dt="2026-10-19T11:32:07.454" v="12"/>
          <ac:spMkLst>
            <pc:docMk/>
            <pc:sldMk cId="3397825715" sldId="257"/>
            <ac:spMk id="3" creationId="{C215BE9E-8F56-03B7-E354-0778127619BC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1:34:49.428" v="36" actId="1076"/>
          <ac:spMkLst>
            <pc:docMk/>
            <pc:sldMk cId="3397825715" sldId="257"/>
            <ac:spMk id="5" creationId="{6FDE4832-644D-102D-A0EC-E163ACC07670}"/>
          </ac:spMkLst>
        </pc:spChg>
        <pc:spChg chg="add del mod">
          <ac:chgData name="根岸歩夢" userId="S::ooi2472037@stu.o-hara.ac.jp::b50d13ec-8991-4d62-99ac-14a958f09980" providerId="AD" clId="Web-{792E66CE-AC3C-8DEC-2FAB-CC3AB01A3BEC}" dt="2026-10-19T11:35:53.602" v="50"/>
          <ac:spMkLst>
            <pc:docMk/>
            <pc:sldMk cId="3397825715" sldId="257"/>
            <ac:spMk id="6" creationId="{3ECDDBA8-27F2-F337-686D-932030D274DE}"/>
          </ac:spMkLst>
        </pc:spChg>
        <pc:spChg chg="add del mod">
          <ac:chgData name="根岸歩夢" userId="S::ooi2472037@stu.o-hara.ac.jp::b50d13ec-8991-4d62-99ac-14a958f09980" providerId="AD" clId="Web-{792E66CE-AC3C-8DEC-2FAB-CC3AB01A3BEC}" dt="2026-10-19T11:35:47.742" v="49"/>
          <ac:spMkLst>
            <pc:docMk/>
            <pc:sldMk cId="3397825715" sldId="257"/>
            <ac:spMk id="7" creationId="{7F01B2C6-4D00-5BBF-931B-640D07ADD4D0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1:58:47.095" v="140" actId="14100"/>
          <ac:spMkLst>
            <pc:docMk/>
            <pc:sldMk cId="3397825715" sldId="257"/>
            <ac:spMk id="8" creationId="{0D984342-7FE7-0E49-9590-73724DA62E88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1:51:20.332" v="66" actId="1076"/>
          <ac:spMkLst>
            <pc:docMk/>
            <pc:sldMk cId="3397825715" sldId="257"/>
            <ac:spMk id="9" creationId="{EB3D0B5C-F2D4-A764-EFD7-75864C567D74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2:02:59.946" v="185" actId="1076"/>
          <ac:spMkLst>
            <pc:docMk/>
            <pc:sldMk cId="3397825715" sldId="257"/>
            <ac:spMk id="10" creationId="{B7F465DB-461F-27C4-8E27-DB74B436BF83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1:51:44.192" v="73" actId="1076"/>
          <ac:spMkLst>
            <pc:docMk/>
            <pc:sldMk cId="3397825715" sldId="257"/>
            <ac:spMk id="11" creationId="{F4D872CA-3B5F-529B-0E30-4BC156792EE6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1:59:03.158" v="142"/>
          <ac:spMkLst>
            <pc:docMk/>
            <pc:sldMk cId="3397825715" sldId="257"/>
            <ac:spMk id="12" creationId="{B64B4ED6-EB43-8F02-F8F1-60DF7DE05BA2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1:57:49.781" v="108" actId="14100"/>
          <ac:spMkLst>
            <pc:docMk/>
            <pc:sldMk cId="3397825715" sldId="257"/>
            <ac:spMk id="13" creationId="{3FDD08D6-8506-F54F-52A0-043CC4AD1F58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1:58:38.235" v="131" actId="1076"/>
          <ac:spMkLst>
            <pc:docMk/>
            <pc:sldMk cId="3397825715" sldId="257"/>
            <ac:spMk id="15" creationId="{9F2799A2-2552-80A9-88FD-52250E2C92DE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1:59:16.205" v="144" actId="1076"/>
          <ac:spMkLst>
            <pc:docMk/>
            <pc:sldMk cId="3397825715" sldId="257"/>
            <ac:spMk id="16" creationId="{63AC7DE5-787B-9C64-0612-4F4AB7A3B08B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2:02:57.305" v="184" actId="1076"/>
          <ac:spMkLst>
            <pc:docMk/>
            <pc:sldMk cId="3397825715" sldId="257"/>
            <ac:spMk id="17" creationId="{4942D120-52D5-CF4B-A561-A5A6053433E7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1:59:35.362" v="149" actId="1076"/>
          <ac:spMkLst>
            <pc:docMk/>
            <pc:sldMk cId="3397825715" sldId="257"/>
            <ac:spMk id="18" creationId="{3F64154C-7409-F31F-C0BD-4CEFDF09B629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1:59:47.675" v="151" actId="1076"/>
          <ac:spMkLst>
            <pc:docMk/>
            <pc:sldMk cId="3397825715" sldId="257"/>
            <ac:spMk id="19" creationId="{BF172F03-5D1D-0934-C013-2E9368E799C7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2:01:42.100" v="173" actId="1076"/>
          <ac:spMkLst>
            <pc:docMk/>
            <pc:sldMk cId="3397825715" sldId="257"/>
            <ac:spMk id="21" creationId="{C1507A85-AF1A-7000-F56F-24DE2E7C90A4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2:00:59.161" v="168" actId="14100"/>
          <ac:spMkLst>
            <pc:docMk/>
            <pc:sldMk cId="3397825715" sldId="257"/>
            <ac:spMk id="22" creationId="{E46180D2-9AEB-EC8B-8B2A-1884B89A06D1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2:01:34.475" v="170" actId="1076"/>
          <ac:spMkLst>
            <pc:docMk/>
            <pc:sldMk cId="3397825715" sldId="257"/>
            <ac:spMk id="23" creationId="{53889F85-C3ED-27DC-8C52-88DCDCB9C001}"/>
          </ac:spMkLst>
        </pc:spChg>
        <pc:spChg chg="add del mod">
          <ac:chgData name="根岸歩夢" userId="S::ooi2472037@stu.o-hara.ac.jp::b50d13ec-8991-4d62-99ac-14a958f09980" providerId="AD" clId="Web-{792E66CE-AC3C-8DEC-2FAB-CC3AB01A3BEC}" dt="2026-10-19T12:02:02.663" v="176"/>
          <ac:spMkLst>
            <pc:docMk/>
            <pc:sldMk cId="3397825715" sldId="257"/>
            <ac:spMk id="24" creationId="{F00C94B5-F4EA-1B5B-3592-249CA67984E1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2:02:55.415" v="183" actId="1076"/>
          <ac:spMkLst>
            <pc:docMk/>
            <pc:sldMk cId="3397825715" sldId="257"/>
            <ac:spMk id="25" creationId="{01A44D0E-126B-4ADE-09EC-7074ED1AE70D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2:02:52.586" v="182" actId="688"/>
          <ac:spMkLst>
            <pc:docMk/>
            <pc:sldMk cId="3397825715" sldId="257"/>
            <ac:spMk id="26" creationId="{07F43002-5743-60E6-F0EC-1B4F652BE13F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2:03:14.587" v="187" actId="1076"/>
          <ac:spMkLst>
            <pc:docMk/>
            <pc:sldMk cId="3397825715" sldId="257"/>
            <ac:spMk id="27" creationId="{8B0EAD6D-89E4-EB58-A8DB-ECF08DDB2B13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2:04:41.058" v="199" actId="20577"/>
          <ac:spMkLst>
            <pc:docMk/>
            <pc:sldMk cId="3397825715" sldId="257"/>
            <ac:spMk id="30" creationId="{6DCEF426-352E-7063-8032-A7D1B11E1BB4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2:05:34.419" v="204" actId="1076"/>
          <ac:spMkLst>
            <pc:docMk/>
            <pc:sldMk cId="3397825715" sldId="257"/>
            <ac:spMk id="31" creationId="{643F9772-497D-B6C2-C42E-29B081ECEA5E}"/>
          </ac:spMkLst>
        </pc:spChg>
        <pc:spChg chg="add del mod">
          <ac:chgData name="根岸歩夢" userId="S::ooi2472037@stu.o-hara.ac.jp::b50d13ec-8991-4d62-99ac-14a958f09980" providerId="AD" clId="Web-{792E66CE-AC3C-8DEC-2FAB-CC3AB01A3BEC}" dt="2026-10-19T12:05:49.326" v="208"/>
          <ac:spMkLst>
            <pc:docMk/>
            <pc:sldMk cId="3397825715" sldId="257"/>
            <ac:spMk id="32" creationId="{D8D01318-93C8-65EA-B8B0-CE1796EFF624}"/>
          </ac:spMkLst>
        </pc:spChg>
        <pc:spChg chg="add mod">
          <ac:chgData name="根岸歩夢" userId="S::ooi2472037@stu.o-hara.ac.jp::b50d13ec-8991-4d62-99ac-14a958f09980" providerId="AD" clId="Web-{792E66CE-AC3C-8DEC-2FAB-CC3AB01A3BEC}" dt="2026-10-19T12:06:18.327" v="213" actId="1076"/>
          <ac:spMkLst>
            <pc:docMk/>
            <pc:sldMk cId="3397825715" sldId="257"/>
            <ac:spMk id="33" creationId="{8D04F8AF-8D49-A002-3AA6-ADC5D59C3404}"/>
          </ac:spMkLst>
        </pc:spChg>
        <pc:spChg chg="add">
          <ac:chgData name="根岸歩夢" userId="S::ooi2472037@stu.o-hara.ac.jp::b50d13ec-8991-4d62-99ac-14a958f09980" providerId="AD" clId="Web-{792E66CE-AC3C-8DEC-2FAB-CC3AB01A3BEC}" dt="2026-10-19T12:06:24.968" v="214"/>
          <ac:spMkLst>
            <pc:docMk/>
            <pc:sldMk cId="3397825715" sldId="257"/>
            <ac:spMk id="34" creationId="{46955DE8-BE35-7695-D566-F426647B4628}"/>
          </ac:spMkLst>
        </pc:spChg>
        <pc:picChg chg="add mod ord">
          <ac:chgData name="根岸歩夢" userId="S::ooi2472037@stu.o-hara.ac.jp::b50d13ec-8991-4d62-99ac-14a958f09980" providerId="AD" clId="Web-{792E66CE-AC3C-8DEC-2FAB-CC3AB01A3BEC}" dt="2026-10-19T11:57:43.405" v="107"/>
          <ac:picMkLst>
            <pc:docMk/>
            <pc:sldMk cId="3397825715" sldId="257"/>
            <ac:picMk id="4" creationId="{7E7600D5-3616-37A5-FFCA-16AF7D976485}"/>
          </ac:picMkLst>
        </pc:picChg>
        <pc:picChg chg="add mod">
          <ac:chgData name="根岸歩夢" userId="S::ooi2472037@stu.o-hara.ac.jp::b50d13ec-8991-4d62-99ac-14a958f09980" providerId="AD" clId="Web-{792E66CE-AC3C-8DEC-2FAB-CC3AB01A3BEC}" dt="2026-10-19T11:57:52.531" v="109" actId="1076"/>
          <ac:picMkLst>
            <pc:docMk/>
            <pc:sldMk cId="3397825715" sldId="257"/>
            <ac:picMk id="14" creationId="{ED5C2E98-602F-1E02-344D-6B0C52ABB593}"/>
          </ac:picMkLst>
        </pc:picChg>
        <pc:picChg chg="add mod">
          <ac:chgData name="根岸歩夢" userId="S::ooi2472037@stu.o-hara.ac.jp::b50d13ec-8991-4d62-99ac-14a958f09980" providerId="AD" clId="Web-{792E66CE-AC3C-8DEC-2FAB-CC3AB01A3BEC}" dt="2026-10-19T11:59:57.956" v="153" actId="1076"/>
          <ac:picMkLst>
            <pc:docMk/>
            <pc:sldMk cId="3397825715" sldId="257"/>
            <ac:picMk id="20" creationId="{E0BCF08A-CBEE-7C38-C238-793D605057AE}"/>
          </ac:picMkLst>
        </pc:picChg>
        <pc:picChg chg="add del mod">
          <ac:chgData name="根岸歩夢" userId="S::ooi2472037@stu.o-hara.ac.jp::b50d13ec-8991-4d62-99ac-14a958f09980" providerId="AD" clId="Web-{792E66CE-AC3C-8DEC-2FAB-CC3AB01A3BEC}" dt="2026-10-19T12:03:51.682" v="189"/>
          <ac:picMkLst>
            <pc:docMk/>
            <pc:sldMk cId="3397825715" sldId="257"/>
            <ac:picMk id="28" creationId="{E71A426E-54C4-FA3C-65CE-317C76FEAA6E}"/>
          </ac:picMkLst>
        </pc:picChg>
        <pc:picChg chg="add mod">
          <ac:chgData name="根岸歩夢" userId="S::ooi2472037@stu.o-hara.ac.jp::b50d13ec-8991-4d62-99ac-14a958f09980" providerId="AD" clId="Web-{792E66CE-AC3C-8DEC-2FAB-CC3AB01A3BEC}" dt="2026-10-19T12:04:47.715" v="200" actId="1076"/>
          <ac:picMkLst>
            <pc:docMk/>
            <pc:sldMk cId="3397825715" sldId="257"/>
            <ac:picMk id="29" creationId="{79E4C11B-A4A3-BC96-60FF-D86E03AE093E}"/>
          </ac:picMkLst>
        </pc:picChg>
      </pc:sldChg>
      <pc:sldChg chg="addSp delSp modSp new mod modClrScheme chgLayout">
        <pc:chgData name="根岸歩夢" userId="S::ooi2472037@stu.o-hara.ac.jp::b50d13ec-8991-4d62-99ac-14a958f09980" providerId="AD" clId="Web-{792E66CE-AC3C-8DEC-2FAB-CC3AB01A3BEC}" dt="2026-10-19T11:57:43.405" v="107"/>
        <pc:sldMkLst>
          <pc:docMk/>
          <pc:sldMk cId="2726695196" sldId="258"/>
        </pc:sldMkLst>
        <pc:spChg chg="mod ord">
          <ac:chgData name="根岸歩夢" userId="S::ooi2472037@stu.o-hara.ac.jp::b50d13ec-8991-4d62-99ac-14a958f09980" providerId="AD" clId="Web-{792E66CE-AC3C-8DEC-2FAB-CC3AB01A3BEC}" dt="2026-10-19T11:57:43.405" v="107"/>
          <ac:spMkLst>
            <pc:docMk/>
            <pc:sldMk cId="2726695196" sldId="258"/>
            <ac:spMk id="2" creationId="{7D3A9791-53A3-47D3-4419-8F684C17E035}"/>
          </ac:spMkLst>
        </pc:spChg>
        <pc:spChg chg="del">
          <ac:chgData name="根岸歩夢" userId="S::ooi2472037@stu.o-hara.ac.jp::b50d13ec-8991-4d62-99ac-14a958f09980" providerId="AD" clId="Web-{792E66CE-AC3C-8DEC-2FAB-CC3AB01A3BEC}" dt="2026-10-19T11:34:01.473" v="24"/>
          <ac:spMkLst>
            <pc:docMk/>
            <pc:sldMk cId="2726695196" sldId="258"/>
            <ac:spMk id="3" creationId="{9B31D0FF-EA85-C275-163F-F6849D840B35}"/>
          </ac:spMkLst>
        </pc:spChg>
        <pc:picChg chg="add mod ord">
          <ac:chgData name="根岸歩夢" userId="S::ooi2472037@stu.o-hara.ac.jp::b50d13ec-8991-4d62-99ac-14a958f09980" providerId="AD" clId="Web-{792E66CE-AC3C-8DEC-2FAB-CC3AB01A3BEC}" dt="2026-10-19T11:57:43.405" v="107"/>
          <ac:picMkLst>
            <pc:docMk/>
            <pc:sldMk cId="2726695196" sldId="258"/>
            <ac:picMk id="4" creationId="{44579A99-B8A5-1EEB-7D8C-CC734A07FD5F}"/>
          </ac:picMkLst>
        </pc:picChg>
      </pc:sldChg>
      <pc:sldMasterChg chg="del delSldLayout">
        <pc:chgData name="根岸歩夢" userId="S::ooi2472037@stu.o-hara.ac.jp::b50d13ec-8991-4d62-99ac-14a958f09980" providerId="AD" clId="Web-{792E66CE-AC3C-8DEC-2FAB-CC3AB01A3BEC}" dt="2026-10-19T11:57:36.202" v="106"/>
        <pc:sldMasterMkLst>
          <pc:docMk/>
          <pc:sldMasterMk cId="2907289730" sldId="2147483648"/>
        </pc:sldMasterMkLst>
        <pc:sldLayoutChg chg="del">
          <pc:chgData name="根岸歩夢" userId="S::ooi2472037@stu.o-hara.ac.jp::b50d13ec-8991-4d62-99ac-14a958f09980" providerId="AD" clId="Web-{792E66CE-AC3C-8DEC-2FAB-CC3AB01A3BEC}" dt="2026-10-19T11:57:36.202" v="106"/>
          <pc:sldLayoutMkLst>
            <pc:docMk/>
            <pc:sldMasterMk cId="2907289730" sldId="2147483648"/>
            <pc:sldLayoutMk cId="3849106771" sldId="2147483649"/>
          </pc:sldLayoutMkLst>
        </pc:sldLayoutChg>
        <pc:sldLayoutChg chg="del">
          <pc:chgData name="根岸歩夢" userId="S::ooi2472037@stu.o-hara.ac.jp::b50d13ec-8991-4d62-99ac-14a958f09980" providerId="AD" clId="Web-{792E66CE-AC3C-8DEC-2FAB-CC3AB01A3BEC}" dt="2026-10-19T11:57:36.202" v="106"/>
          <pc:sldLayoutMkLst>
            <pc:docMk/>
            <pc:sldMasterMk cId="2907289730" sldId="2147483648"/>
            <pc:sldLayoutMk cId="2040515858" sldId="2147483650"/>
          </pc:sldLayoutMkLst>
        </pc:sldLayoutChg>
        <pc:sldLayoutChg chg="del">
          <pc:chgData name="根岸歩夢" userId="S::ooi2472037@stu.o-hara.ac.jp::b50d13ec-8991-4d62-99ac-14a958f09980" providerId="AD" clId="Web-{792E66CE-AC3C-8DEC-2FAB-CC3AB01A3BEC}" dt="2026-10-19T11:57:36.202" v="106"/>
          <pc:sldLayoutMkLst>
            <pc:docMk/>
            <pc:sldMasterMk cId="2907289730" sldId="2147483648"/>
            <pc:sldLayoutMk cId="4083904788" sldId="2147483651"/>
          </pc:sldLayoutMkLst>
        </pc:sldLayoutChg>
        <pc:sldLayoutChg chg="del">
          <pc:chgData name="根岸歩夢" userId="S::ooi2472037@stu.o-hara.ac.jp::b50d13ec-8991-4d62-99ac-14a958f09980" providerId="AD" clId="Web-{792E66CE-AC3C-8DEC-2FAB-CC3AB01A3BEC}" dt="2026-10-19T11:57:36.202" v="106"/>
          <pc:sldLayoutMkLst>
            <pc:docMk/>
            <pc:sldMasterMk cId="2907289730" sldId="2147483648"/>
            <pc:sldLayoutMk cId="1395402986" sldId="2147483652"/>
          </pc:sldLayoutMkLst>
        </pc:sldLayoutChg>
        <pc:sldLayoutChg chg="del">
          <pc:chgData name="根岸歩夢" userId="S::ooi2472037@stu.o-hara.ac.jp::b50d13ec-8991-4d62-99ac-14a958f09980" providerId="AD" clId="Web-{792E66CE-AC3C-8DEC-2FAB-CC3AB01A3BEC}" dt="2026-10-19T11:57:36.202" v="106"/>
          <pc:sldLayoutMkLst>
            <pc:docMk/>
            <pc:sldMasterMk cId="2907289730" sldId="2147483648"/>
            <pc:sldLayoutMk cId="797884901" sldId="2147483653"/>
          </pc:sldLayoutMkLst>
        </pc:sldLayoutChg>
        <pc:sldLayoutChg chg="del">
          <pc:chgData name="根岸歩夢" userId="S::ooi2472037@stu.o-hara.ac.jp::b50d13ec-8991-4d62-99ac-14a958f09980" providerId="AD" clId="Web-{792E66CE-AC3C-8DEC-2FAB-CC3AB01A3BEC}" dt="2026-10-19T11:57:36.202" v="106"/>
          <pc:sldLayoutMkLst>
            <pc:docMk/>
            <pc:sldMasterMk cId="2907289730" sldId="2147483648"/>
            <pc:sldLayoutMk cId="539588861" sldId="2147483654"/>
          </pc:sldLayoutMkLst>
        </pc:sldLayoutChg>
        <pc:sldLayoutChg chg="del">
          <pc:chgData name="根岸歩夢" userId="S::ooi2472037@stu.o-hara.ac.jp::b50d13ec-8991-4d62-99ac-14a958f09980" providerId="AD" clId="Web-{792E66CE-AC3C-8DEC-2FAB-CC3AB01A3BEC}" dt="2026-10-19T11:57:36.202" v="106"/>
          <pc:sldLayoutMkLst>
            <pc:docMk/>
            <pc:sldMasterMk cId="2907289730" sldId="2147483648"/>
            <pc:sldLayoutMk cId="2042860812" sldId="2147483655"/>
          </pc:sldLayoutMkLst>
        </pc:sldLayoutChg>
        <pc:sldLayoutChg chg="del">
          <pc:chgData name="根岸歩夢" userId="S::ooi2472037@stu.o-hara.ac.jp::b50d13ec-8991-4d62-99ac-14a958f09980" providerId="AD" clId="Web-{792E66CE-AC3C-8DEC-2FAB-CC3AB01A3BEC}" dt="2026-10-19T11:57:36.202" v="106"/>
          <pc:sldLayoutMkLst>
            <pc:docMk/>
            <pc:sldMasterMk cId="2907289730" sldId="2147483648"/>
            <pc:sldLayoutMk cId="3888451093" sldId="2147483656"/>
          </pc:sldLayoutMkLst>
        </pc:sldLayoutChg>
        <pc:sldLayoutChg chg="del">
          <pc:chgData name="根岸歩夢" userId="S::ooi2472037@stu.o-hara.ac.jp::b50d13ec-8991-4d62-99ac-14a958f09980" providerId="AD" clId="Web-{792E66CE-AC3C-8DEC-2FAB-CC3AB01A3BEC}" dt="2026-10-19T11:57:36.202" v="106"/>
          <pc:sldLayoutMkLst>
            <pc:docMk/>
            <pc:sldMasterMk cId="2907289730" sldId="2147483648"/>
            <pc:sldLayoutMk cId="2189387916" sldId="2147483657"/>
          </pc:sldLayoutMkLst>
        </pc:sldLayoutChg>
        <pc:sldLayoutChg chg="del">
          <pc:chgData name="根岸歩夢" userId="S::ooi2472037@stu.o-hara.ac.jp::b50d13ec-8991-4d62-99ac-14a958f09980" providerId="AD" clId="Web-{792E66CE-AC3C-8DEC-2FAB-CC3AB01A3BEC}" dt="2026-10-19T11:57:36.202" v="106"/>
          <pc:sldLayoutMkLst>
            <pc:docMk/>
            <pc:sldMasterMk cId="2907289730" sldId="2147483648"/>
            <pc:sldLayoutMk cId="2575747102" sldId="2147483658"/>
          </pc:sldLayoutMkLst>
        </pc:sldLayoutChg>
        <pc:sldLayoutChg chg="del">
          <pc:chgData name="根岸歩夢" userId="S::ooi2472037@stu.o-hara.ac.jp::b50d13ec-8991-4d62-99ac-14a958f09980" providerId="AD" clId="Web-{792E66CE-AC3C-8DEC-2FAB-CC3AB01A3BEC}" dt="2026-10-19T11:57:36.202" v="106"/>
          <pc:sldLayoutMkLst>
            <pc:docMk/>
            <pc:sldMasterMk cId="2907289730" sldId="2147483648"/>
            <pc:sldLayoutMk cId="2950866720" sldId="2147483659"/>
          </pc:sldLayoutMkLst>
        </pc:sldLayoutChg>
      </pc:sldMasterChg>
      <pc:sldMasterChg chg="add del addSldLayout delSldLayout modSldLayout">
        <pc:chgData name="根岸歩夢" userId="S::ooi2472037@stu.o-hara.ac.jp::b50d13ec-8991-4d62-99ac-14a958f09980" providerId="AD" clId="Web-{792E66CE-AC3C-8DEC-2FAB-CC3AB01A3BEC}" dt="2026-10-19T11:57:43.405" v="107"/>
        <pc:sldMasterMkLst>
          <pc:docMk/>
          <pc:sldMasterMk cId="2720318055" sldId="2147483660"/>
        </pc:sldMasterMkLst>
        <pc:sldLayoutChg chg="add del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720318055" sldId="2147483660"/>
            <pc:sldLayoutMk cId="179286888" sldId="2147483661"/>
          </pc:sldLayoutMkLst>
        </pc:sldLayoutChg>
        <pc:sldLayoutChg chg="add del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720318055" sldId="2147483660"/>
            <pc:sldLayoutMk cId="10504014" sldId="2147483662"/>
          </pc:sldLayoutMkLst>
        </pc:sldLayoutChg>
        <pc:sldLayoutChg chg="add del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720318055" sldId="2147483660"/>
            <pc:sldLayoutMk cId="1740728680" sldId="2147483663"/>
          </pc:sldLayoutMkLst>
        </pc:sldLayoutChg>
        <pc:sldLayoutChg chg="add del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720318055" sldId="2147483660"/>
            <pc:sldLayoutMk cId="655686344" sldId="2147483664"/>
          </pc:sldLayoutMkLst>
        </pc:sldLayoutChg>
        <pc:sldLayoutChg chg="add del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720318055" sldId="2147483660"/>
            <pc:sldLayoutMk cId="1947547426" sldId="2147483665"/>
          </pc:sldLayoutMkLst>
        </pc:sldLayoutChg>
        <pc:sldLayoutChg chg="add del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720318055" sldId="2147483660"/>
            <pc:sldLayoutMk cId="3878484572" sldId="2147483666"/>
          </pc:sldLayoutMkLst>
        </pc:sldLayoutChg>
        <pc:sldLayoutChg chg="add del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720318055" sldId="2147483660"/>
            <pc:sldLayoutMk cId="1449851618" sldId="2147483667"/>
          </pc:sldLayoutMkLst>
        </pc:sldLayoutChg>
        <pc:sldLayoutChg chg="add del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720318055" sldId="2147483660"/>
            <pc:sldLayoutMk cId="3335066208" sldId="2147483668"/>
          </pc:sldLayoutMkLst>
        </pc:sldLayoutChg>
        <pc:sldLayoutChg chg="add del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720318055" sldId="2147483660"/>
            <pc:sldLayoutMk cId="3782741828" sldId="2147483669"/>
          </pc:sldLayoutMkLst>
        </pc:sldLayoutChg>
        <pc:sldLayoutChg chg="add del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720318055" sldId="2147483660"/>
            <pc:sldLayoutMk cId="431801932" sldId="2147483670"/>
          </pc:sldLayoutMkLst>
        </pc:sldLayoutChg>
        <pc:sldLayoutChg chg="add del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720318055" sldId="2147483660"/>
            <pc:sldLayoutMk cId="3306396917" sldId="2147483671"/>
          </pc:sldLayoutMkLst>
        </pc:sldLayoutChg>
      </pc:sldMasterChg>
      <pc:sldMasterChg chg="add addSldLayout modSldLayout">
        <pc:chgData name="根岸歩夢" userId="S::ooi2472037@stu.o-hara.ac.jp::b50d13ec-8991-4d62-99ac-14a958f09980" providerId="AD" clId="Web-{792E66CE-AC3C-8DEC-2FAB-CC3AB01A3BEC}" dt="2026-10-19T11:57:43.405" v="107"/>
        <pc:sldMasterMkLst>
          <pc:docMk/>
          <pc:sldMasterMk cId="2902637424" sldId="2147483672"/>
        </pc:sldMasterMkLst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2816467628" sldId="2147483673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3898503576" sldId="2147483674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3027915893" sldId="2147483675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3225650608" sldId="2147483676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1462188363" sldId="2147483677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52980430" sldId="2147483678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3298091095" sldId="2147483679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1683625406" sldId="2147483680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1866771007" sldId="2147483681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2610017362" sldId="2147483682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3982078901" sldId="2147483683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2258258833" sldId="2147483684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2765542781" sldId="2147483685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978568384" sldId="2147483686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535530369" sldId="2147483687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1599934501" sldId="2147483688"/>
          </pc:sldLayoutMkLst>
        </pc:sldLayoutChg>
        <pc:sldLayoutChg chg="add mod replId">
          <pc:chgData name="根岸歩夢" userId="S::ooi2472037@stu.o-hara.ac.jp::b50d13ec-8991-4d62-99ac-14a958f09980" providerId="AD" clId="Web-{792E66CE-AC3C-8DEC-2FAB-CC3AB01A3BEC}" dt="2026-10-19T11:57:43.405" v="107"/>
          <pc:sldLayoutMkLst>
            <pc:docMk/>
            <pc:sldMasterMk cId="2902637424" sldId="2147483672"/>
            <pc:sldLayoutMk cId="3340938782" sldId="214748368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467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03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1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5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8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80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91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25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71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17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78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8258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42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68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30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34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38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374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408955" y="558800"/>
            <a:ext cx="8825658" cy="3329581"/>
          </a:xfrm>
        </p:spPr>
        <p:txBody>
          <a:bodyPr/>
          <a:lstStyle/>
          <a:p>
            <a:r>
              <a:rPr lang="ja-JP" altLang="en-US" sz="5400" b="1">
                <a:ea typeface="游ゴシック Light"/>
              </a:rPr>
              <a:t>仕様書(キャラクター実装)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0E07D-F102-2D5B-6425-70137D7AFFD1}"/>
              </a:ext>
            </a:extLst>
          </p:cNvPr>
          <p:cNvSpPr txBox="1"/>
          <p:nvPr/>
        </p:nvSpPr>
        <p:spPr>
          <a:xfrm>
            <a:off x="2032000" y="3989916"/>
            <a:ext cx="67839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※</a:t>
            </a:r>
            <a:r>
              <a:rPr lang="ja-JP" altLang="en-US">
                <a:ea typeface="メイリオ"/>
              </a:rPr>
              <a:t>主に操作方法(特にコマンド入力)など</a:t>
            </a: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9791-53A3-47D3-4419-8F684C17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共通操作</a:t>
            </a:r>
            <a:endParaRPr kumimoji="1"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579A99-B8A5-1EEB-7D8C-CC734A07F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138" y="1709208"/>
            <a:ext cx="75734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95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C431-2BA0-DD98-F897-E36A4731D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24670" cy="1346306"/>
          </a:xfrm>
        </p:spPr>
        <p:txBody>
          <a:bodyPr/>
          <a:lstStyle/>
          <a:p>
            <a:r>
              <a:rPr lang="en-US" sz="4800" b="1"/>
              <a:t>1</a:t>
            </a:r>
            <a:r>
              <a:rPr lang="ja-JP" altLang="en-US" sz="4800" b="1">
                <a:ea typeface="游ゴシック Light"/>
              </a:rPr>
              <a:t>体目         キャラ名 : </a:t>
            </a:r>
            <a:r>
              <a:rPr lang="ja-JP" altLang="en-US" sz="4800" b="1" u="sng">
                <a:solidFill>
                  <a:srgbClr val="FF0000"/>
                </a:solidFill>
                <a:ea typeface="游ゴシック Light"/>
              </a:rPr>
              <a:t>マウス</a:t>
            </a:r>
            <a:endParaRPr lang="en-US" sz="4800" b="1" u="sng">
              <a:solidFill>
                <a:srgbClr val="FF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7600D5-3616-37A5-FFCA-16AF7D976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2792" y="755294"/>
            <a:ext cx="6273628" cy="47603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DE4832-644D-102D-A0EC-E163ACC07670}"/>
              </a:ext>
            </a:extLst>
          </p:cNvPr>
          <p:cNvSpPr txBox="1"/>
          <p:nvPr/>
        </p:nvSpPr>
        <p:spPr>
          <a:xfrm>
            <a:off x="7827857" y="1343660"/>
            <a:ext cx="41486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ja-JP" b="1">
                <a:ea typeface="游ゴシック"/>
              </a:rPr>
              <a:t>▼</a:t>
            </a:r>
            <a:r>
              <a:rPr lang="en-US" altLang="ja-JP" b="1" err="1">
                <a:ea typeface="游ゴシック"/>
              </a:rPr>
              <a:t>キャラデザイン</a:t>
            </a:r>
            <a:endParaRPr lang="ja-JP" altLang="en-US" b="1">
              <a:ea typeface="游ゴシック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84342-7FE7-0E49-9590-73724DA62E88}"/>
              </a:ext>
            </a:extLst>
          </p:cNvPr>
          <p:cNvSpPr txBox="1"/>
          <p:nvPr/>
        </p:nvSpPr>
        <p:spPr>
          <a:xfrm>
            <a:off x="1162538" y="1524001"/>
            <a:ext cx="209061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ea typeface="游ゴシック"/>
              </a:rPr>
              <a:t>・コマンド</a:t>
            </a:r>
            <a:endParaRPr lang="en-US" sz="2800" b="1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EB3D0B5C-F2D4-A764-EFD7-75864C567D74}"/>
              </a:ext>
            </a:extLst>
          </p:cNvPr>
          <p:cNvSpPr/>
          <p:nvPr/>
        </p:nvSpPr>
        <p:spPr>
          <a:xfrm>
            <a:off x="1323823" y="2402862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7F465DB-461F-27C4-8E27-DB74B436BF83}"/>
              </a:ext>
            </a:extLst>
          </p:cNvPr>
          <p:cNvSpPr/>
          <p:nvPr/>
        </p:nvSpPr>
        <p:spPr>
          <a:xfrm rot="2700000">
            <a:off x="1838915" y="2402861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F4D872CA-3B5F-529B-0E30-4BC156792EE6}"/>
              </a:ext>
            </a:extLst>
          </p:cNvPr>
          <p:cNvSpPr/>
          <p:nvPr/>
        </p:nvSpPr>
        <p:spPr>
          <a:xfrm rot="5400000">
            <a:off x="2387748" y="2402862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4B4ED6-EB43-8F02-F8F1-60DF7DE05BA2}"/>
              </a:ext>
            </a:extLst>
          </p:cNvPr>
          <p:cNvSpPr txBox="1"/>
          <p:nvPr/>
        </p:nvSpPr>
        <p:spPr>
          <a:xfrm>
            <a:off x="4586106" y="2401733"/>
            <a:ext cx="214923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 u="sng">
                <a:ea typeface="游ゴシック"/>
              </a:rPr>
              <a:t>竜巻旋風脚</a:t>
            </a:r>
            <a:endParaRPr lang="en-US" sz="2800" b="1" u="sng">
              <a:ea typeface="游ゴシック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DD08D6-8506-F54F-52A0-043CC4AD1F58}"/>
              </a:ext>
            </a:extLst>
          </p:cNvPr>
          <p:cNvSpPr txBox="1"/>
          <p:nvPr/>
        </p:nvSpPr>
        <p:spPr>
          <a:xfrm>
            <a:off x="3046893" y="2401572"/>
            <a:ext cx="570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＋</a:t>
            </a:r>
            <a:endParaRPr lang="ja-JP" altLang="en-US" sz="2800">
              <a:ea typeface="游ゴシック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D5C2E98-602F-1E02-344D-6B0C52ABB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945" y="2337501"/>
            <a:ext cx="609600" cy="609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F2799A2-2552-80A9-88FD-52250E2C92DE}"/>
              </a:ext>
            </a:extLst>
          </p:cNvPr>
          <p:cNvSpPr txBox="1"/>
          <p:nvPr/>
        </p:nvSpPr>
        <p:spPr>
          <a:xfrm>
            <a:off x="4817045" y="1527256"/>
            <a:ext cx="1778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>
                <a:ea typeface="メイリオ"/>
              </a:rPr>
              <a:t>・技名</a:t>
            </a:r>
            <a:endParaRPr lang="en-US" sz="2800" b="1">
              <a:ea typeface="メイリオ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63AC7DE5-787B-9C64-0612-4F4AB7A3B08B}"/>
              </a:ext>
            </a:extLst>
          </p:cNvPr>
          <p:cNvSpPr/>
          <p:nvPr/>
        </p:nvSpPr>
        <p:spPr>
          <a:xfrm>
            <a:off x="1323823" y="3213708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4942D120-52D5-CF4B-A561-A5A6053433E7}"/>
              </a:ext>
            </a:extLst>
          </p:cNvPr>
          <p:cNvSpPr/>
          <p:nvPr/>
        </p:nvSpPr>
        <p:spPr>
          <a:xfrm rot="2700000">
            <a:off x="1834697" y="3213707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F64154C-7409-F31F-C0BD-4CEFDF09B629}"/>
              </a:ext>
            </a:extLst>
          </p:cNvPr>
          <p:cNvSpPr/>
          <p:nvPr/>
        </p:nvSpPr>
        <p:spPr>
          <a:xfrm rot="5400000">
            <a:off x="2377978" y="3184400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172F03-5D1D-0934-C013-2E9368E799C7}"/>
              </a:ext>
            </a:extLst>
          </p:cNvPr>
          <p:cNvSpPr txBox="1"/>
          <p:nvPr/>
        </p:nvSpPr>
        <p:spPr>
          <a:xfrm>
            <a:off x="3046893" y="3192879"/>
            <a:ext cx="570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＋</a:t>
            </a:r>
            <a:endParaRPr lang="ja-JP" altLang="en-US" sz="2800">
              <a:ea typeface="游ゴシック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BCF08A-CBEE-7C38-C238-793D60505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945" y="3148347"/>
            <a:ext cx="609600" cy="6096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1507A85-AF1A-7000-F56F-24DE2E7C90A4}"/>
              </a:ext>
            </a:extLst>
          </p:cNvPr>
          <p:cNvSpPr txBox="1"/>
          <p:nvPr/>
        </p:nvSpPr>
        <p:spPr>
          <a:xfrm>
            <a:off x="1280583" y="3714750"/>
            <a:ext cx="214841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600">
                <a:ea typeface="メイリオ"/>
              </a:rPr>
              <a:t>※ジャンプ中</a:t>
            </a:r>
            <a:endParaRPr lang="en-US" sz="1600">
              <a:ea typeface="メイリオ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6180D2-9AEB-EC8B-8B2A-1884B89A06D1}"/>
              </a:ext>
            </a:extLst>
          </p:cNvPr>
          <p:cNvSpPr txBox="1"/>
          <p:nvPr/>
        </p:nvSpPr>
        <p:spPr>
          <a:xfrm>
            <a:off x="4586105" y="3190762"/>
            <a:ext cx="30262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 u="sng">
                <a:ea typeface="游ゴシック"/>
              </a:rPr>
              <a:t>空中竜巻旋風脚</a:t>
            </a:r>
            <a:endParaRPr lang="en-US" sz="2800" b="1" u="sng">
              <a:ea typeface="游ゴシック"/>
            </a:endParaRP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3889F85-C3ED-27DC-8C52-88DCDCB9C001}"/>
              </a:ext>
            </a:extLst>
          </p:cNvPr>
          <p:cNvSpPr/>
          <p:nvPr/>
        </p:nvSpPr>
        <p:spPr>
          <a:xfrm>
            <a:off x="1280690" y="4409520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01A44D0E-126B-4ADE-09EC-7074ED1AE70D}"/>
              </a:ext>
            </a:extLst>
          </p:cNvPr>
          <p:cNvSpPr/>
          <p:nvPr/>
        </p:nvSpPr>
        <p:spPr>
          <a:xfrm rot="18600000">
            <a:off x="1834696" y="4409519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7F43002-5743-60E6-F0EC-1B4F652BE13F}"/>
              </a:ext>
            </a:extLst>
          </p:cNvPr>
          <p:cNvSpPr/>
          <p:nvPr/>
        </p:nvSpPr>
        <p:spPr>
          <a:xfrm rot="16200000">
            <a:off x="2392355" y="4414910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0EAD6D-89E4-EB58-A8DB-ECF08DDB2B13}"/>
              </a:ext>
            </a:extLst>
          </p:cNvPr>
          <p:cNvSpPr txBox="1"/>
          <p:nvPr/>
        </p:nvSpPr>
        <p:spPr>
          <a:xfrm>
            <a:off x="3046892" y="4386199"/>
            <a:ext cx="570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＋</a:t>
            </a:r>
            <a:endParaRPr lang="ja-JP" altLang="en-US" sz="2800">
              <a:ea typeface="游ゴシック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9E4C11B-A4A3-BC96-60FF-D86E03AE0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339" y="4375031"/>
            <a:ext cx="609600" cy="6096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DCEF426-352E-7063-8032-A7D1B11E1BB4}"/>
              </a:ext>
            </a:extLst>
          </p:cNvPr>
          <p:cNvSpPr txBox="1"/>
          <p:nvPr/>
        </p:nvSpPr>
        <p:spPr>
          <a:xfrm>
            <a:off x="4583612" y="4402677"/>
            <a:ext cx="30262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 u="sng">
                <a:ea typeface="游ゴシック"/>
              </a:rPr>
              <a:t>波動拳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643F9772-497D-B6C2-C42E-29B081ECEA5E}"/>
              </a:ext>
            </a:extLst>
          </p:cNvPr>
          <p:cNvSpPr/>
          <p:nvPr/>
        </p:nvSpPr>
        <p:spPr>
          <a:xfrm rot="16200000">
            <a:off x="1251935" y="5111518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8D04F8AF-8D49-A002-3AA6-ADC5D59C3404}"/>
              </a:ext>
            </a:extLst>
          </p:cNvPr>
          <p:cNvSpPr/>
          <p:nvPr/>
        </p:nvSpPr>
        <p:spPr>
          <a:xfrm rot="-2160000">
            <a:off x="2373367" y="5111517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46955DE8-BE35-7695-D566-F426647B4628}"/>
              </a:ext>
            </a:extLst>
          </p:cNvPr>
          <p:cNvSpPr/>
          <p:nvPr/>
        </p:nvSpPr>
        <p:spPr>
          <a:xfrm>
            <a:off x="1830863" y="5091773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5D511-30C9-AB30-092B-6BB8A4140BC7}"/>
              </a:ext>
            </a:extLst>
          </p:cNvPr>
          <p:cNvSpPr txBox="1"/>
          <p:nvPr/>
        </p:nvSpPr>
        <p:spPr>
          <a:xfrm>
            <a:off x="3046891" y="5087239"/>
            <a:ext cx="570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＋</a:t>
            </a:r>
            <a:endParaRPr lang="ja-JP" altLang="en-US" sz="2800">
              <a:ea typeface="游ゴシック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93AF8-AD47-3E63-B1FE-3425D4B96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8080" y="5044440"/>
            <a:ext cx="609600" cy="60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621B50-61B4-4B5D-310B-CC5CDEF90FA2}"/>
              </a:ext>
            </a:extLst>
          </p:cNvPr>
          <p:cNvSpPr txBox="1"/>
          <p:nvPr/>
        </p:nvSpPr>
        <p:spPr>
          <a:xfrm>
            <a:off x="4583611" y="5052916"/>
            <a:ext cx="1634328" cy="5435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 u="sng">
                <a:ea typeface="游ゴシック"/>
              </a:rPr>
              <a:t>昇竜拳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435B3C77-7484-3F9E-ADE6-123734E8E310}"/>
              </a:ext>
            </a:extLst>
          </p:cNvPr>
          <p:cNvSpPr/>
          <p:nvPr/>
        </p:nvSpPr>
        <p:spPr>
          <a:xfrm>
            <a:off x="1222223" y="5918222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06DF9AD1-2247-4C0B-732B-4C9FB39E4317}"/>
              </a:ext>
            </a:extLst>
          </p:cNvPr>
          <p:cNvSpPr/>
          <p:nvPr/>
        </p:nvSpPr>
        <p:spPr>
          <a:xfrm rot="18600000">
            <a:off x="1818594" y="5918221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81E0FB-9EC6-4846-B6CE-55B980C4E431}"/>
              </a:ext>
            </a:extLst>
          </p:cNvPr>
          <p:cNvSpPr txBox="1"/>
          <p:nvPr/>
        </p:nvSpPr>
        <p:spPr>
          <a:xfrm>
            <a:off x="3046891" y="5849238"/>
            <a:ext cx="570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＋</a:t>
            </a:r>
            <a:endParaRPr lang="ja-JP" altLang="en-US" sz="2800">
              <a:ea typeface="游ゴシック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E6536C2-559F-EB27-22C1-373B9E558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80" y="5806440"/>
            <a:ext cx="609600" cy="609600"/>
          </a:xfrm>
          <a:prstGeom prst="rect">
            <a:avLst/>
          </a:prstGeom>
        </p:spPr>
      </p:pic>
      <p:sp>
        <p:nvSpPr>
          <p:cNvPr id="37" name="Arrow: Down 36">
            <a:extLst>
              <a:ext uri="{FF2B5EF4-FFF2-40B4-BE49-F238E27FC236}">
                <a16:creationId xmlns:a16="http://schemas.microsoft.com/office/drawing/2014/main" id="{11AF9A78-7ED0-96C5-18C1-295BB6F9E304}"/>
              </a:ext>
            </a:extLst>
          </p:cNvPr>
          <p:cNvSpPr/>
          <p:nvPr/>
        </p:nvSpPr>
        <p:spPr>
          <a:xfrm rot="16200000">
            <a:off x="2432994" y="5898270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7A0027-982B-8C64-0BCB-6214CDFF1E5E}"/>
              </a:ext>
            </a:extLst>
          </p:cNvPr>
          <p:cNvSpPr txBox="1"/>
          <p:nvPr/>
        </p:nvSpPr>
        <p:spPr>
          <a:xfrm>
            <a:off x="4586104" y="5850572"/>
            <a:ext cx="45933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 u="sng">
                <a:ea typeface="游ゴシック"/>
              </a:rPr>
              <a:t>スピニングバードキック</a:t>
            </a:r>
          </a:p>
        </p:txBody>
      </p:sp>
    </p:spTree>
    <p:extLst>
      <p:ext uri="{BB962C8B-B14F-4D97-AF65-F5344CB8AC3E}">
        <p14:creationId xmlns:p14="http://schemas.microsoft.com/office/powerpoint/2010/main" val="3397825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13A91-9C3F-1490-4879-E94AF280A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8B13-67BB-72E4-1525-C3A7535C8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24670" cy="1346306"/>
          </a:xfrm>
        </p:spPr>
        <p:txBody>
          <a:bodyPr/>
          <a:lstStyle/>
          <a:p>
            <a:r>
              <a:rPr lang="ja-JP" altLang="en-US" sz="4800" b="1">
                <a:ea typeface="游ゴシック Light"/>
              </a:rPr>
              <a:t>2体目         キャラ名 : </a:t>
            </a:r>
            <a:r>
              <a:rPr lang="ja-JP" altLang="en-US" sz="4800" b="1" u="sng">
                <a:solidFill>
                  <a:srgbClr val="FF0000"/>
                </a:solidFill>
                <a:ea typeface="游ゴシック Light"/>
              </a:rPr>
              <a:t>マウス</a:t>
            </a:r>
            <a:endParaRPr lang="en-US" sz="4800" b="1" u="sng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B1AE1-A152-A4C2-2F9B-1D3784265720}"/>
              </a:ext>
            </a:extLst>
          </p:cNvPr>
          <p:cNvSpPr txBox="1"/>
          <p:nvPr/>
        </p:nvSpPr>
        <p:spPr>
          <a:xfrm>
            <a:off x="7827857" y="1343660"/>
            <a:ext cx="41486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ja-JP" b="1">
                <a:ea typeface="游ゴシック"/>
              </a:rPr>
              <a:t>▼</a:t>
            </a:r>
            <a:r>
              <a:rPr lang="en-US" altLang="ja-JP" b="1" err="1">
                <a:ea typeface="游ゴシック"/>
              </a:rPr>
              <a:t>キャラデザイン</a:t>
            </a:r>
            <a:endParaRPr lang="ja-JP" altLang="en-US" b="1">
              <a:ea typeface="游ゴシック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EFABC5-91FE-7DFF-21D0-C880EBB56A77}"/>
              </a:ext>
            </a:extLst>
          </p:cNvPr>
          <p:cNvSpPr txBox="1"/>
          <p:nvPr/>
        </p:nvSpPr>
        <p:spPr>
          <a:xfrm>
            <a:off x="1162538" y="1524001"/>
            <a:ext cx="209061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ea typeface="游ゴシック"/>
              </a:rPr>
              <a:t>・コマンド</a:t>
            </a:r>
            <a:endParaRPr lang="en-US" sz="2800" b="1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C316A09-BB39-E712-4BB4-9E9E82F60165}"/>
              </a:ext>
            </a:extLst>
          </p:cNvPr>
          <p:cNvSpPr/>
          <p:nvPr/>
        </p:nvSpPr>
        <p:spPr>
          <a:xfrm>
            <a:off x="1323823" y="2402862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DF5CED6-D560-FFBC-5123-E143D6363D6F}"/>
              </a:ext>
            </a:extLst>
          </p:cNvPr>
          <p:cNvSpPr/>
          <p:nvPr/>
        </p:nvSpPr>
        <p:spPr>
          <a:xfrm rot="2700000">
            <a:off x="1838915" y="2402861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6CA1C26-BFE6-77AA-3191-2A818CDEEA59}"/>
              </a:ext>
            </a:extLst>
          </p:cNvPr>
          <p:cNvSpPr/>
          <p:nvPr/>
        </p:nvSpPr>
        <p:spPr>
          <a:xfrm rot="5400000">
            <a:off x="2387748" y="2402862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E3F84E-5A8A-0DF3-FF79-18F011EAF208}"/>
              </a:ext>
            </a:extLst>
          </p:cNvPr>
          <p:cNvSpPr txBox="1"/>
          <p:nvPr/>
        </p:nvSpPr>
        <p:spPr>
          <a:xfrm>
            <a:off x="4586106" y="2401733"/>
            <a:ext cx="214923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 u="sng">
                <a:ea typeface="游ゴシック"/>
              </a:rPr>
              <a:t>竜巻旋風脚</a:t>
            </a:r>
            <a:endParaRPr lang="en-US" sz="2800" b="1" u="sng">
              <a:ea typeface="游ゴシック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77AE72-5C89-4899-9CDE-CDFF8884E378}"/>
              </a:ext>
            </a:extLst>
          </p:cNvPr>
          <p:cNvSpPr txBox="1"/>
          <p:nvPr/>
        </p:nvSpPr>
        <p:spPr>
          <a:xfrm>
            <a:off x="3046893" y="2401572"/>
            <a:ext cx="570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＋</a:t>
            </a:r>
            <a:endParaRPr lang="ja-JP" altLang="en-US" sz="2800">
              <a:ea typeface="游ゴシック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2C832C-8649-BBAA-DF12-B1DB47672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945" y="2337501"/>
            <a:ext cx="609600" cy="609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352C9B-7173-326A-D974-4A2AB1184253}"/>
              </a:ext>
            </a:extLst>
          </p:cNvPr>
          <p:cNvSpPr txBox="1"/>
          <p:nvPr/>
        </p:nvSpPr>
        <p:spPr>
          <a:xfrm>
            <a:off x="4817045" y="1527256"/>
            <a:ext cx="1778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>
                <a:ea typeface="メイリオ"/>
              </a:rPr>
              <a:t>・技名</a:t>
            </a:r>
            <a:endParaRPr lang="en-US" sz="2800" b="1">
              <a:ea typeface="メイリオ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4280491A-08E4-9A51-60ED-B84ACBAC4138}"/>
              </a:ext>
            </a:extLst>
          </p:cNvPr>
          <p:cNvSpPr/>
          <p:nvPr/>
        </p:nvSpPr>
        <p:spPr>
          <a:xfrm>
            <a:off x="1323823" y="3213708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773CA068-6BD0-C52D-5535-0AAEE7FE2F0B}"/>
              </a:ext>
            </a:extLst>
          </p:cNvPr>
          <p:cNvSpPr/>
          <p:nvPr/>
        </p:nvSpPr>
        <p:spPr>
          <a:xfrm rot="2700000">
            <a:off x="1834697" y="3213707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A57377C5-ABE4-73BB-1A50-F28F61D89F2A}"/>
              </a:ext>
            </a:extLst>
          </p:cNvPr>
          <p:cNvSpPr/>
          <p:nvPr/>
        </p:nvSpPr>
        <p:spPr>
          <a:xfrm rot="5400000">
            <a:off x="2377978" y="3184400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466167-9D43-5082-10D3-0EAF6D36EBEF}"/>
              </a:ext>
            </a:extLst>
          </p:cNvPr>
          <p:cNvSpPr txBox="1"/>
          <p:nvPr/>
        </p:nvSpPr>
        <p:spPr>
          <a:xfrm>
            <a:off x="3046893" y="3192879"/>
            <a:ext cx="570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＋</a:t>
            </a:r>
            <a:endParaRPr lang="ja-JP" altLang="en-US" sz="2800">
              <a:ea typeface="游ゴシック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CD0EDFD-91AE-EF77-07D5-FD4D07FA9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945" y="3148347"/>
            <a:ext cx="609600" cy="6096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294FA89-0AA8-9208-A8A7-46257D79521C}"/>
              </a:ext>
            </a:extLst>
          </p:cNvPr>
          <p:cNvSpPr txBox="1"/>
          <p:nvPr/>
        </p:nvSpPr>
        <p:spPr>
          <a:xfrm>
            <a:off x="1280583" y="3714750"/>
            <a:ext cx="214841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600">
                <a:ea typeface="メイリオ"/>
              </a:rPr>
              <a:t>※ジャンプ中</a:t>
            </a:r>
            <a:endParaRPr lang="en-US" sz="1600">
              <a:ea typeface="メイリオ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5E7FEC-9123-C788-17AE-F65F653ED9F0}"/>
              </a:ext>
            </a:extLst>
          </p:cNvPr>
          <p:cNvSpPr txBox="1"/>
          <p:nvPr/>
        </p:nvSpPr>
        <p:spPr>
          <a:xfrm>
            <a:off x="4586105" y="3190762"/>
            <a:ext cx="30262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 u="sng">
                <a:ea typeface="游ゴシック"/>
              </a:rPr>
              <a:t>空中竜巻旋風脚</a:t>
            </a:r>
            <a:endParaRPr lang="en-US" sz="2800" b="1" u="sng">
              <a:ea typeface="游ゴシック"/>
            </a:endParaRP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10AAB19E-1F3F-9C8D-4755-993978FDE646}"/>
              </a:ext>
            </a:extLst>
          </p:cNvPr>
          <p:cNvSpPr/>
          <p:nvPr/>
        </p:nvSpPr>
        <p:spPr>
          <a:xfrm>
            <a:off x="1280690" y="4409520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0DABB403-8401-1E08-07D2-FCE35E5EEC72}"/>
              </a:ext>
            </a:extLst>
          </p:cNvPr>
          <p:cNvSpPr/>
          <p:nvPr/>
        </p:nvSpPr>
        <p:spPr>
          <a:xfrm rot="18600000">
            <a:off x="1834696" y="4409519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975CB90F-EE2C-95A2-099F-915CDED1CA75}"/>
              </a:ext>
            </a:extLst>
          </p:cNvPr>
          <p:cNvSpPr/>
          <p:nvPr/>
        </p:nvSpPr>
        <p:spPr>
          <a:xfrm rot="16200000">
            <a:off x="2392355" y="4414910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CCFAED-90CC-DE81-4684-14A985BE744F}"/>
              </a:ext>
            </a:extLst>
          </p:cNvPr>
          <p:cNvSpPr txBox="1"/>
          <p:nvPr/>
        </p:nvSpPr>
        <p:spPr>
          <a:xfrm>
            <a:off x="3046892" y="4386199"/>
            <a:ext cx="570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＋</a:t>
            </a:r>
            <a:endParaRPr lang="ja-JP" altLang="en-US" sz="2800">
              <a:ea typeface="游ゴシック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2E40A8-5C59-0ABE-A181-659D2DBEE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1339" y="4375031"/>
            <a:ext cx="609600" cy="6096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DCC39FE-1084-A5D1-21A1-31DECCFACA16}"/>
              </a:ext>
            </a:extLst>
          </p:cNvPr>
          <p:cNvSpPr txBox="1"/>
          <p:nvPr/>
        </p:nvSpPr>
        <p:spPr>
          <a:xfrm>
            <a:off x="4583612" y="4402677"/>
            <a:ext cx="30262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 u="sng">
                <a:ea typeface="游ゴシック"/>
              </a:rPr>
              <a:t>波動拳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BA1EACD3-8D22-3DC9-7657-EF5087A4CC73}"/>
              </a:ext>
            </a:extLst>
          </p:cNvPr>
          <p:cNvSpPr/>
          <p:nvPr/>
        </p:nvSpPr>
        <p:spPr>
          <a:xfrm rot="16200000">
            <a:off x="1251935" y="5111518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F86175DD-C33D-2EAE-4262-088BB7CFCF2A}"/>
              </a:ext>
            </a:extLst>
          </p:cNvPr>
          <p:cNvSpPr/>
          <p:nvPr/>
        </p:nvSpPr>
        <p:spPr>
          <a:xfrm rot="-2160000">
            <a:off x="2373367" y="5111517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75B4FA41-D72B-69A2-7774-8FC2AE83E98F}"/>
              </a:ext>
            </a:extLst>
          </p:cNvPr>
          <p:cNvSpPr/>
          <p:nvPr/>
        </p:nvSpPr>
        <p:spPr>
          <a:xfrm>
            <a:off x="1830863" y="5091773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EF63F-33AD-E217-FE9E-7ABC92BE808A}"/>
              </a:ext>
            </a:extLst>
          </p:cNvPr>
          <p:cNvSpPr txBox="1"/>
          <p:nvPr/>
        </p:nvSpPr>
        <p:spPr>
          <a:xfrm>
            <a:off x="3046891" y="5087239"/>
            <a:ext cx="570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＋</a:t>
            </a:r>
            <a:endParaRPr lang="ja-JP" altLang="en-US" sz="2800">
              <a:ea typeface="游ゴシック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9D1BCA-782B-D1BC-1575-5DA18BC7E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80" y="5044440"/>
            <a:ext cx="609600" cy="60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B89BF9-7352-D1B9-8E0D-0F1452839590}"/>
              </a:ext>
            </a:extLst>
          </p:cNvPr>
          <p:cNvSpPr txBox="1"/>
          <p:nvPr/>
        </p:nvSpPr>
        <p:spPr>
          <a:xfrm>
            <a:off x="4583611" y="5052916"/>
            <a:ext cx="1634328" cy="5435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 u="sng">
                <a:ea typeface="游ゴシック"/>
              </a:rPr>
              <a:t>昇竜拳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8F9C9017-6E3E-650E-6F0A-295A90F14A03}"/>
              </a:ext>
            </a:extLst>
          </p:cNvPr>
          <p:cNvSpPr/>
          <p:nvPr/>
        </p:nvSpPr>
        <p:spPr>
          <a:xfrm>
            <a:off x="1222223" y="5918222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ED2A08E1-F42D-A9B6-6D2E-D33720B3162D}"/>
              </a:ext>
            </a:extLst>
          </p:cNvPr>
          <p:cNvSpPr/>
          <p:nvPr/>
        </p:nvSpPr>
        <p:spPr>
          <a:xfrm rot="18600000">
            <a:off x="1818594" y="5918221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B76EEB-98A7-D206-90E4-72D2C6972597}"/>
              </a:ext>
            </a:extLst>
          </p:cNvPr>
          <p:cNvSpPr txBox="1"/>
          <p:nvPr/>
        </p:nvSpPr>
        <p:spPr>
          <a:xfrm>
            <a:off x="3046891" y="5849238"/>
            <a:ext cx="570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＋</a:t>
            </a:r>
            <a:endParaRPr lang="ja-JP" altLang="en-US" sz="2800">
              <a:ea typeface="游ゴシック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3E8110F-6C6A-F167-3171-43441D01C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80" y="5806440"/>
            <a:ext cx="609600" cy="609600"/>
          </a:xfrm>
          <a:prstGeom prst="rect">
            <a:avLst/>
          </a:prstGeom>
        </p:spPr>
      </p:pic>
      <p:sp>
        <p:nvSpPr>
          <p:cNvPr id="37" name="Arrow: Down 36">
            <a:extLst>
              <a:ext uri="{FF2B5EF4-FFF2-40B4-BE49-F238E27FC236}">
                <a16:creationId xmlns:a16="http://schemas.microsoft.com/office/drawing/2014/main" id="{9362C4C4-9F96-EC4C-C5A3-E5DF2E394DAE}"/>
              </a:ext>
            </a:extLst>
          </p:cNvPr>
          <p:cNvSpPr/>
          <p:nvPr/>
        </p:nvSpPr>
        <p:spPr>
          <a:xfrm rot="16200000">
            <a:off x="2432994" y="5898270"/>
            <a:ext cx="371230" cy="4298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F55356-6B09-0B5D-050C-7384AD284F07}"/>
              </a:ext>
            </a:extLst>
          </p:cNvPr>
          <p:cNvSpPr txBox="1"/>
          <p:nvPr/>
        </p:nvSpPr>
        <p:spPr>
          <a:xfrm>
            <a:off x="4586104" y="5850572"/>
            <a:ext cx="45933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 u="sng">
                <a:ea typeface="游ゴシック"/>
              </a:rPr>
              <a:t>スピニングバードキック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193349A-69BB-B504-A357-9B4C36ABA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1385253"/>
            <a:ext cx="3500120" cy="443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007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ワイド画面</PresentationFormat>
  <Slides>4</Slides>
  <Notes>0</Notes>
  <HiddenSlides>0</HiddenSlide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Ion</vt:lpstr>
      <vt:lpstr>仕様書(キャラクター実装)</vt:lpstr>
      <vt:lpstr>共通操作</vt:lpstr>
      <vt:lpstr>1体目         キャラ名 : マウス</vt:lpstr>
      <vt:lpstr>2体目         キャラ名 : マウス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2026-10-19T11:17:55Z</dcterms:created>
  <dcterms:modified xsi:type="dcterms:W3CDTF">2026-10-19T13:15:52Z</dcterms:modified>
</cp:coreProperties>
</file>