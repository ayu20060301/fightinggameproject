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1C963-F4F2-B271-B270-87BCEAFEAA78}" v="103" dt="2026-10-18T05:02:25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根岸歩夢" userId="S::ooi2472037@stu.o-hara.ac.jp::b50d13ec-8991-4d62-99ac-14a958f09980" providerId="AD" clId="Web-{5CF1C963-F4F2-B271-B270-87BCEAFEAA78}"/>
    <pc:docChg chg="delSld modSld">
      <pc:chgData name="根岸歩夢" userId="S::ooi2472037@stu.o-hara.ac.jp::b50d13ec-8991-4d62-99ac-14a958f09980" providerId="AD" clId="Web-{5CF1C963-F4F2-B271-B270-87BCEAFEAA78}" dt="2026-10-18T05:02:13.362" v="66" actId="20577"/>
      <pc:docMkLst>
        <pc:docMk/>
      </pc:docMkLst>
      <pc:sldChg chg="modSp">
        <pc:chgData name="根岸歩夢" userId="S::ooi2472037@stu.o-hara.ac.jp::b50d13ec-8991-4d62-99ac-14a958f09980" providerId="AD" clId="Web-{5CF1C963-F4F2-B271-B270-87BCEAFEAA78}" dt="2026-10-18T05:02:13.362" v="66" actId="20577"/>
        <pc:sldMkLst>
          <pc:docMk/>
          <pc:sldMk cId="2864291625" sldId="257"/>
        </pc:sldMkLst>
        <pc:spChg chg="mod">
          <ac:chgData name="根岸歩夢" userId="S::ooi2472037@stu.o-hara.ac.jp::b50d13ec-8991-4d62-99ac-14a958f09980" providerId="AD" clId="Web-{5CF1C963-F4F2-B271-B270-87BCEAFEAA78}" dt="2026-10-18T05:02:13.362" v="66" actId="20577"/>
          <ac:spMkLst>
            <pc:docMk/>
            <pc:sldMk cId="2864291625" sldId="257"/>
            <ac:spMk id="4" creationId="{FAFC79FC-ADB0-A20E-86E9-1ECFCAEA7DB9}"/>
          </ac:spMkLst>
        </pc:spChg>
      </pc:sldChg>
      <pc:sldChg chg="addSp delSp modSp">
        <pc:chgData name="根岸歩夢" userId="S::ooi2472037@stu.o-hara.ac.jp::b50d13ec-8991-4d62-99ac-14a958f09980" providerId="AD" clId="Web-{5CF1C963-F4F2-B271-B270-87BCEAFEAA78}" dt="2026-10-18T05:00:20.528" v="35" actId="1076"/>
        <pc:sldMkLst>
          <pc:docMk/>
          <pc:sldMk cId="592847954" sldId="261"/>
        </pc:sldMkLst>
        <pc:spChg chg="mod">
          <ac:chgData name="根岸歩夢" userId="S::ooi2472037@stu.o-hara.ac.jp::b50d13ec-8991-4d62-99ac-14a958f09980" providerId="AD" clId="Web-{5CF1C963-F4F2-B271-B270-87BCEAFEAA78}" dt="2026-10-18T04:59:56.808" v="29" actId="1076"/>
          <ac:spMkLst>
            <pc:docMk/>
            <pc:sldMk cId="592847954" sldId="261"/>
            <ac:spMk id="2" creationId="{7992F767-560F-720D-0A32-0144667CB3FC}"/>
          </ac:spMkLst>
        </pc:spChg>
        <pc:picChg chg="del">
          <ac:chgData name="根岸歩夢" userId="S::ooi2472037@stu.o-hara.ac.jp::b50d13ec-8991-4d62-99ac-14a958f09980" providerId="AD" clId="Web-{5CF1C963-F4F2-B271-B270-87BCEAFEAA78}" dt="2026-10-18T04:57:04.298" v="13"/>
          <ac:picMkLst>
            <pc:docMk/>
            <pc:sldMk cId="592847954" sldId="261"/>
            <ac:picMk id="3" creationId="{E1CAE76C-7085-EAD4-9B3E-37E3688CA902}"/>
          </ac:picMkLst>
        </pc:picChg>
        <pc:picChg chg="add del mod">
          <ac:chgData name="根岸歩夢" userId="S::ooi2472037@stu.o-hara.ac.jp::b50d13ec-8991-4d62-99ac-14a958f09980" providerId="AD" clId="Web-{5CF1C963-F4F2-B271-B270-87BCEAFEAA78}" dt="2026-10-18T04:59:33.744" v="21"/>
          <ac:picMkLst>
            <pc:docMk/>
            <pc:sldMk cId="592847954" sldId="261"/>
            <ac:picMk id="4" creationId="{3F32769C-D3C0-BDED-DAD4-A3C68E043208}"/>
          </ac:picMkLst>
        </pc:picChg>
        <pc:picChg chg="add mod">
          <ac:chgData name="根岸歩夢" userId="S::ooi2472037@stu.o-hara.ac.jp::b50d13ec-8991-4d62-99ac-14a958f09980" providerId="AD" clId="Web-{5CF1C963-F4F2-B271-B270-87BCEAFEAA78}" dt="2026-10-18T05:00:20.528" v="35" actId="1076"/>
          <ac:picMkLst>
            <pc:docMk/>
            <pc:sldMk cId="592847954" sldId="261"/>
            <ac:picMk id="5" creationId="{8BB576EC-B72D-8D72-0975-D93ED56170C4}"/>
          </ac:picMkLst>
        </pc:picChg>
      </pc:sldChg>
      <pc:sldChg chg="del">
        <pc:chgData name="根岸歩夢" userId="S::ooi2472037@stu.o-hara.ac.jp::b50d13ec-8991-4d62-99ac-14a958f09980" providerId="AD" clId="Web-{5CF1C963-F4F2-B271-B270-87BCEAFEAA78}" dt="2026-10-18T05:00:16.762" v="34"/>
        <pc:sldMkLst>
          <pc:docMk/>
          <pc:sldMk cId="4010638515" sldId="262"/>
        </pc:sldMkLst>
      </pc:sldChg>
    </pc:docChg>
  </pc:docChgLst>
  <pc:docChgLst>
    <pc:chgData name="根岸歩夢" userId="S::ooi2472037@stu.o-hara.ac.jp::b50d13ec-8991-4d62-99ac-14a958f09980" providerId="AD" clId="Web-{00000000-0000-0000-0000-000000000000}"/>
    <pc:docChg chg="addSld modSld">
      <pc:chgData name="根岸歩夢" userId="S::ooi2472037@stu.o-hara.ac.jp::b50d13ec-8991-4d62-99ac-14a958f09980" providerId="AD" clId="Web-{00000000-0000-0000-0000-000000000000}" dt="2026-09-28T02:59:36.307" v="143" actId="20577"/>
      <pc:docMkLst>
        <pc:docMk/>
      </pc:docMkLst>
      <pc:sldChg chg="modSp">
        <pc:chgData name="根岸歩夢" userId="S::ooi2472037@stu.o-hara.ac.jp::b50d13ec-8991-4d62-99ac-14a958f09980" providerId="AD" clId="Web-{00000000-0000-0000-0000-000000000000}" dt="2026-09-28T02:56:27.227" v="89" actId="20577"/>
        <pc:sldMkLst>
          <pc:docMk/>
          <pc:sldMk cId="2864291625" sldId="257"/>
        </pc:sldMkLst>
        <pc:spChg chg="mod">
          <ac:chgData name="根岸歩夢" userId="S::ooi2472037@stu.o-hara.ac.jp::b50d13ec-8991-4d62-99ac-14a958f09980" providerId="AD" clId="Web-{00000000-0000-0000-0000-000000000000}" dt="2026-09-28T02:52:39.439" v="9" actId="20577"/>
          <ac:spMkLst>
            <pc:docMk/>
            <pc:sldMk cId="2864291625" sldId="257"/>
            <ac:spMk id="2" creationId="{0879FC6B-2ECD-4668-FDAD-62A3D2331110}"/>
          </ac:spMkLst>
        </pc:spChg>
        <pc:spChg chg="mod">
          <ac:chgData name="根岸歩夢" userId="S::ooi2472037@stu.o-hara.ac.jp::b50d13ec-8991-4d62-99ac-14a958f09980" providerId="AD" clId="Web-{00000000-0000-0000-0000-000000000000}" dt="2026-09-28T02:56:27.227" v="89" actId="20577"/>
          <ac:spMkLst>
            <pc:docMk/>
            <pc:sldMk cId="2864291625" sldId="257"/>
            <ac:spMk id="4" creationId="{FAFC79FC-ADB0-A20E-86E9-1ECFCAEA7DB9}"/>
          </ac:spMkLst>
        </pc:spChg>
      </pc:sldChg>
      <pc:sldChg chg="addSp delSp modSp new">
        <pc:chgData name="根岸歩夢" userId="S::ooi2472037@stu.o-hara.ac.jp::b50d13ec-8991-4d62-99ac-14a958f09980" providerId="AD" clId="Web-{00000000-0000-0000-0000-000000000000}" dt="2026-09-28T02:54:18.629" v="49" actId="20577"/>
        <pc:sldMkLst>
          <pc:docMk/>
          <pc:sldMk cId="1941796978" sldId="258"/>
        </pc:sldMkLst>
        <pc:spChg chg="mod">
          <ac:chgData name="根岸歩夢" userId="S::ooi2472037@stu.o-hara.ac.jp::b50d13ec-8991-4d62-99ac-14a958f09980" providerId="AD" clId="Web-{00000000-0000-0000-0000-000000000000}" dt="2026-09-28T02:52:33.501" v="7" actId="20577"/>
          <ac:spMkLst>
            <pc:docMk/>
            <pc:sldMk cId="1941796978" sldId="258"/>
            <ac:spMk id="2" creationId="{3ACAC1F7-3A9F-DCF4-8A78-25EE725B4EB2}"/>
          </ac:spMkLst>
        </pc:spChg>
        <pc:spChg chg="add mod">
          <ac:chgData name="根岸歩夢" userId="S::ooi2472037@stu.o-hara.ac.jp::b50d13ec-8991-4d62-99ac-14a958f09980" providerId="AD" clId="Web-{00000000-0000-0000-0000-000000000000}" dt="2026-09-28T02:54:18.629" v="49" actId="20577"/>
          <ac:spMkLst>
            <pc:docMk/>
            <pc:sldMk cId="1941796978" sldId="258"/>
            <ac:spMk id="4" creationId="{30160180-BBF2-6C5E-0AD1-09A8C61B0BD6}"/>
          </ac:spMkLst>
        </pc:spChg>
      </pc:sldChg>
      <pc:sldChg chg="modSp new">
        <pc:chgData name="根岸歩夢" userId="S::ooi2472037@stu.o-hara.ac.jp::b50d13ec-8991-4d62-99ac-14a958f09980" providerId="AD" clId="Web-{00000000-0000-0000-0000-000000000000}" dt="2026-09-28T02:59:36.307" v="143" actId="20577"/>
        <pc:sldMkLst>
          <pc:docMk/>
          <pc:sldMk cId="1738797393" sldId="259"/>
        </pc:sldMkLst>
        <pc:spChg chg="mod">
          <ac:chgData name="根岸歩夢" userId="S::ooi2472037@stu.o-hara.ac.jp::b50d13ec-8991-4d62-99ac-14a958f09980" providerId="AD" clId="Web-{00000000-0000-0000-0000-000000000000}" dt="2026-09-28T02:56:54.009" v="96" actId="20577"/>
          <ac:spMkLst>
            <pc:docMk/>
            <pc:sldMk cId="1738797393" sldId="259"/>
            <ac:spMk id="2" creationId="{D9755B2C-2B44-D846-4C87-73CAB527DD4F}"/>
          </ac:spMkLst>
        </pc:spChg>
        <pc:spChg chg="mod">
          <ac:chgData name="根岸歩夢" userId="S::ooi2472037@stu.o-hara.ac.jp::b50d13ec-8991-4d62-99ac-14a958f09980" providerId="AD" clId="Web-{00000000-0000-0000-0000-000000000000}" dt="2026-09-28T02:59:36.307" v="143" actId="20577"/>
          <ac:spMkLst>
            <pc:docMk/>
            <pc:sldMk cId="1738797393" sldId="259"/>
            <ac:spMk id="3" creationId="{3D5BA7C7-BE4C-6ABA-4AA5-A98ED7FA6361}"/>
          </ac:spMkLst>
        </pc:spChg>
      </pc:sldChg>
    </pc:docChg>
  </pc:docChgLst>
  <pc:docChgLst>
    <pc:chgData name="根岸歩夢" userId="S::ooi2472037@stu.o-hara.ac.jp::b50d13ec-8991-4d62-99ac-14a958f09980" providerId="AD" clId="Web-{FD1F96CE-4A0D-409B-189D-BE20FAFBD562}"/>
    <pc:docChg chg="mod modSld addMainMaster delMainMaster">
      <pc:chgData name="根岸歩夢" userId="S::ooi2472037@stu.o-hara.ac.jp::b50d13ec-8991-4d62-99ac-14a958f09980" providerId="AD" clId="Web-{FD1F96CE-4A0D-409B-189D-BE20FAFBD562}" dt="2026-10-01T23:46:54.199" v="52" actId="1076"/>
      <pc:docMkLst>
        <pc:docMk/>
      </pc:docMkLst>
      <pc:sldChg chg="modSp mod modClrScheme chgLayout">
        <pc:chgData name="根岸歩夢" userId="S::ooi2472037@stu.o-hara.ac.jp::b50d13ec-8991-4d62-99ac-14a958f09980" providerId="AD" clId="Web-{FD1F96CE-4A0D-409B-189D-BE20FAFBD562}" dt="2026-10-01T23:46:19.432" v="42" actId="20577"/>
        <pc:sldMkLst>
          <pc:docMk/>
          <pc:sldMk cId="2128380218" sldId="256"/>
        </pc:sldMkLst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2128380218" sldId="256"/>
            <ac:spMk id="2" creationId="{00000000-0000-0000-0000-000000000000}"/>
          </ac:spMkLst>
        </pc:spChg>
        <pc:spChg chg="mod ord">
          <ac:chgData name="根岸歩夢" userId="S::ooi2472037@stu.o-hara.ac.jp::b50d13ec-8991-4d62-99ac-14a958f09980" providerId="AD" clId="Web-{FD1F96CE-4A0D-409B-189D-BE20FAFBD562}" dt="2026-10-01T23:46:19.432" v="42" actId="20577"/>
          <ac:spMkLst>
            <pc:docMk/>
            <pc:sldMk cId="2128380218" sldId="256"/>
            <ac:spMk id="3" creationId="{00000000-0000-0000-0000-000000000000}"/>
          </ac:spMkLst>
        </pc:spChg>
      </pc:sldChg>
      <pc:sldChg chg="modSp mod modClrScheme chgLayout">
        <pc:chgData name="根岸歩夢" userId="S::ooi2472037@stu.o-hara.ac.jp::b50d13ec-8991-4d62-99ac-14a958f09980" providerId="AD" clId="Web-{FD1F96CE-4A0D-409B-189D-BE20FAFBD562}" dt="2026-10-01T23:46:30.854" v="45" actId="20577"/>
        <pc:sldMkLst>
          <pc:docMk/>
          <pc:sldMk cId="2864291625" sldId="257"/>
        </pc:sldMkLst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2864291625" sldId="257"/>
            <ac:spMk id="2" creationId="{0879FC6B-2ECD-4668-FDAD-62A3D2331110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30.854" v="45" actId="20577"/>
          <ac:spMkLst>
            <pc:docMk/>
            <pc:sldMk cId="2864291625" sldId="257"/>
            <ac:spMk id="4" creationId="{FAFC79FC-ADB0-A20E-86E9-1ECFCAEA7DB9}"/>
          </ac:spMkLst>
        </pc:spChg>
      </pc:sldChg>
      <pc:sldChg chg="addSp modSp mod modClrScheme chgLayout">
        <pc:chgData name="根岸歩夢" userId="S::ooi2472037@stu.o-hara.ac.jp::b50d13ec-8991-4d62-99ac-14a958f09980" providerId="AD" clId="Web-{FD1F96CE-4A0D-409B-189D-BE20FAFBD562}" dt="2026-10-01T23:45:16.617" v="39"/>
        <pc:sldMkLst>
          <pc:docMk/>
          <pc:sldMk cId="1941796978" sldId="258"/>
        </pc:sldMkLst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1941796978" sldId="258"/>
            <ac:spMk id="2" creationId="{3ACAC1F7-3A9F-DCF4-8A78-25EE725B4EB2}"/>
          </ac:spMkLst>
        </pc:spChg>
        <pc:spChg chg="add mod">
          <ac:chgData name="根岸歩夢" userId="S::ooi2472037@stu.o-hara.ac.jp::b50d13ec-8991-4d62-99ac-14a958f09980" providerId="AD" clId="Web-{FD1F96CE-4A0D-409B-189D-BE20FAFBD562}" dt="2026-10-01T23:41:07.278" v="34" actId="1076"/>
          <ac:spMkLst>
            <pc:docMk/>
            <pc:sldMk cId="1941796978" sldId="258"/>
            <ac:spMk id="3" creationId="{B069B646-6909-DFC6-373F-5C8B363F7076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1:05.012" v="33" actId="1076"/>
          <ac:spMkLst>
            <pc:docMk/>
            <pc:sldMk cId="1941796978" sldId="258"/>
            <ac:spMk id="4" creationId="{30160180-BBF2-6C5E-0AD1-09A8C61B0BD6}"/>
          </ac:spMkLst>
        </pc:spChg>
      </pc:sldChg>
      <pc:sldChg chg="modSp mod modClrScheme chgLayout">
        <pc:chgData name="根岸歩夢" userId="S::ooi2472037@stu.o-hara.ac.jp::b50d13ec-8991-4d62-99ac-14a958f09980" providerId="AD" clId="Web-{FD1F96CE-4A0D-409B-189D-BE20FAFBD562}" dt="2026-10-01T23:45:16.617" v="39"/>
        <pc:sldMkLst>
          <pc:docMk/>
          <pc:sldMk cId="1738797393" sldId="259"/>
        </pc:sldMkLst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1738797393" sldId="259"/>
            <ac:spMk id="2" creationId="{D9755B2C-2B44-D846-4C87-73CAB527DD4F}"/>
          </ac:spMkLst>
        </pc:spChg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1738797393" sldId="259"/>
            <ac:spMk id="3" creationId="{3D5BA7C7-BE4C-6ABA-4AA5-A98ED7FA6361}"/>
          </ac:spMkLst>
        </pc:spChg>
      </pc:sldChg>
      <pc:sldChg chg="modSp mod modClrScheme chgLayout">
        <pc:chgData name="根岸歩夢" userId="S::ooi2472037@stu.o-hara.ac.jp::b50d13ec-8991-4d62-99ac-14a958f09980" providerId="AD" clId="Web-{FD1F96CE-4A0D-409B-189D-BE20FAFBD562}" dt="2026-10-01T23:46:54.199" v="52" actId="1076"/>
        <pc:sldMkLst>
          <pc:docMk/>
          <pc:sldMk cId="920883218" sldId="260"/>
        </pc:sldMkLst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920883218" sldId="260"/>
            <ac:spMk id="2" creationId="{FEEE7192-9A63-59E1-D702-601E8A914E04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41.542" v="46" actId="1076"/>
          <ac:spMkLst>
            <pc:docMk/>
            <pc:sldMk cId="920883218" sldId="260"/>
            <ac:spMk id="4" creationId="{C55D8848-C746-0A6D-15CF-9CD4DD2AE60A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44.839" v="48" actId="1076"/>
          <ac:spMkLst>
            <pc:docMk/>
            <pc:sldMk cId="920883218" sldId="260"/>
            <ac:spMk id="5" creationId="{A3D1E0BF-E9CA-2DF4-3827-6EF2E6FCA4AB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42.823" v="47" actId="1076"/>
          <ac:spMkLst>
            <pc:docMk/>
            <pc:sldMk cId="920883218" sldId="260"/>
            <ac:spMk id="6" creationId="{A0321E0B-EBDA-5983-1706-2FFC806EF47E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48.573" v="50" actId="1076"/>
          <ac:spMkLst>
            <pc:docMk/>
            <pc:sldMk cId="920883218" sldId="260"/>
            <ac:spMk id="7" creationId="{DBB22402-9491-9E45-E2D9-DDDF5B1C8EE5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46.667" v="49" actId="1076"/>
          <ac:spMkLst>
            <pc:docMk/>
            <pc:sldMk cId="920883218" sldId="260"/>
            <ac:spMk id="8" creationId="{43106E75-A27E-C7F9-E0E3-455F7F99EF20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50.245" v="51" actId="1076"/>
          <ac:spMkLst>
            <pc:docMk/>
            <pc:sldMk cId="920883218" sldId="260"/>
            <ac:spMk id="9" creationId="{BB9543F4-A4B4-AB27-1D9D-629066F3F018}"/>
          </ac:spMkLst>
        </pc:spChg>
        <pc:spChg chg="mod">
          <ac:chgData name="根岸歩夢" userId="S::ooi2472037@stu.o-hara.ac.jp::b50d13ec-8991-4d62-99ac-14a958f09980" providerId="AD" clId="Web-{FD1F96CE-4A0D-409B-189D-BE20FAFBD562}" dt="2026-10-01T23:46:54.199" v="52" actId="1076"/>
          <ac:spMkLst>
            <pc:docMk/>
            <pc:sldMk cId="920883218" sldId="260"/>
            <ac:spMk id="10" creationId="{665C221C-4BEF-6B75-DE4E-0B13D7B2BA12}"/>
          </ac:spMkLst>
        </pc:spChg>
      </pc:sldChg>
      <pc:sldChg chg="modSp mod modClrScheme chgLayout">
        <pc:chgData name="根岸歩夢" userId="S::ooi2472037@stu.o-hara.ac.jp::b50d13ec-8991-4d62-99ac-14a958f09980" providerId="AD" clId="Web-{FD1F96CE-4A0D-409B-189D-BE20FAFBD562}" dt="2026-10-01T23:45:16.617" v="39"/>
        <pc:sldMkLst>
          <pc:docMk/>
          <pc:sldMk cId="592847954" sldId="261"/>
        </pc:sldMkLst>
        <pc:spChg chg="mod ord">
          <ac:chgData name="根岸歩夢" userId="S::ooi2472037@stu.o-hara.ac.jp::b50d13ec-8991-4d62-99ac-14a958f09980" providerId="AD" clId="Web-{FD1F96CE-4A0D-409B-189D-BE20FAFBD562}" dt="2026-10-01T23:45:16.617" v="39"/>
          <ac:spMkLst>
            <pc:docMk/>
            <pc:sldMk cId="592847954" sldId="261"/>
            <ac:spMk id="2" creationId="{7992F767-560F-720D-0A32-0144667CB3FC}"/>
          </ac:spMkLst>
        </pc:spChg>
      </pc:sldChg>
      <pc:sldMasterChg chg="add addSldLayout modSldLayout">
        <pc:chgData name="根岸歩夢" userId="S::ooi2472037@stu.o-hara.ac.jp::b50d13ec-8991-4d62-99ac-14a958f09980" providerId="AD" clId="Web-{FD1F96CE-4A0D-409B-189D-BE20FAFBD562}" dt="2026-10-01T23:45:16.617" v="39"/>
        <pc:sldMasterMkLst>
          <pc:docMk/>
          <pc:sldMasterMk cId="1864126392" sldId="2147483690"/>
        </pc:sldMasterMkLst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1210665605" sldId="2147483691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952536768" sldId="2147483692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980420828" sldId="2147483693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147390007" sldId="2147483694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3796465601" sldId="2147483695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1070276796" sldId="2147483696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3219336681" sldId="2147483697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3385503052" sldId="2147483698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3462595383" sldId="2147483699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2646554976" sldId="2147483700"/>
          </pc:sldLayoutMkLst>
        </pc:sldLayoutChg>
        <pc:sldLayoutChg chg="add mod replId">
          <pc:chgData name="根岸歩夢" userId="S::ooi2472037@stu.o-hara.ac.jp::b50d13ec-8991-4d62-99ac-14a958f09980" providerId="AD" clId="Web-{FD1F96CE-4A0D-409B-189D-BE20FAFBD562}" dt="2026-10-01T23:45:16.617" v="39"/>
          <pc:sldLayoutMkLst>
            <pc:docMk/>
            <pc:sldMasterMk cId="1864126392" sldId="2147483690"/>
            <pc:sldLayoutMk cId="997709459" sldId="2147483701"/>
          </pc:sldLayoutMkLst>
        </pc:sldLayoutChg>
      </pc:sldMasterChg>
    </pc:docChg>
  </pc:docChgLst>
  <pc:docChgLst>
    <pc:chgData name="根岸歩夢" userId="S::ooi2472037@stu.o-hara.ac.jp::b50d13ec-8991-4d62-99ac-14a958f09980" providerId="AD" clId="Web-{F2602C50-102F-D673-5EE1-AF26E166FD5A}"/>
    <pc:docChg chg="modSld">
      <pc:chgData name="根岸歩夢" userId="S::ooi2472037@stu.o-hara.ac.jp::b50d13ec-8991-4d62-99ac-14a958f09980" providerId="AD" clId="Web-{F2602C50-102F-D673-5EE1-AF26E166FD5A}" dt="2026-09-28T07:23:38.847" v="13" actId="14100"/>
      <pc:docMkLst>
        <pc:docMk/>
      </pc:docMkLst>
      <pc:sldChg chg="addSp delSp modSp">
        <pc:chgData name="根岸歩夢" userId="S::ooi2472037@stu.o-hara.ac.jp::b50d13ec-8991-4d62-99ac-14a958f09980" providerId="AD" clId="Web-{F2602C50-102F-D673-5EE1-AF26E166FD5A}" dt="2026-09-28T07:23:38.847" v="13" actId="14100"/>
        <pc:sldMkLst>
          <pc:docMk/>
          <pc:sldMk cId="592847954" sldId="261"/>
        </pc:sldMkLst>
        <pc:spChg chg="mod">
          <ac:chgData name="根岸歩夢" userId="S::ooi2472037@stu.o-hara.ac.jp::b50d13ec-8991-4d62-99ac-14a958f09980" providerId="AD" clId="Web-{F2602C50-102F-D673-5EE1-AF26E166FD5A}" dt="2026-09-28T07:23:29.346" v="11" actId="20577"/>
          <ac:spMkLst>
            <pc:docMk/>
            <pc:sldMk cId="592847954" sldId="261"/>
            <ac:spMk id="2" creationId="{7992F767-560F-720D-0A32-0144667CB3FC}"/>
          </ac:spMkLst>
        </pc:spChg>
      </pc:sldChg>
    </pc:docChg>
  </pc:docChgLst>
  <pc:docChgLst>
    <pc:chgData name="根岸歩夢" userId="S::ooi2472037@stu.o-hara.ac.jp::b50d13ec-8991-4d62-99ac-14a958f09980" providerId="AD" clId="Web-{D3E76763-DF13-33CB-A29B-3458DAB8DFA4}"/>
    <pc:docChg chg="addSld modSld">
      <pc:chgData name="根岸歩夢" userId="S::ooi2472037@stu.o-hara.ac.jp::b50d13ec-8991-4d62-99ac-14a958f09980" providerId="AD" clId="Web-{D3E76763-DF13-33CB-A29B-3458DAB8DFA4}" dt="2026-09-28T05:11:17.916" v="92" actId="20577"/>
      <pc:docMkLst>
        <pc:docMk/>
      </pc:docMkLst>
      <pc:sldChg chg="modSp">
        <pc:chgData name="根岸歩夢" userId="S::ooi2472037@stu.o-hara.ac.jp::b50d13ec-8991-4d62-99ac-14a958f09980" providerId="AD" clId="Web-{D3E76763-DF13-33CB-A29B-3458DAB8DFA4}" dt="2026-09-28T03:26:01.998" v="32" actId="20577"/>
        <pc:sldMkLst>
          <pc:docMk/>
          <pc:sldMk cId="1738797393" sldId="259"/>
        </pc:sldMkLst>
        <pc:spChg chg="mod">
          <ac:chgData name="根岸歩夢" userId="S::ooi2472037@stu.o-hara.ac.jp::b50d13ec-8991-4d62-99ac-14a958f09980" providerId="AD" clId="Web-{D3E76763-DF13-33CB-A29B-3458DAB8DFA4}" dt="2026-09-28T03:24:03.183" v="4" actId="20577"/>
          <ac:spMkLst>
            <pc:docMk/>
            <pc:sldMk cId="1738797393" sldId="259"/>
            <ac:spMk id="2" creationId="{D9755B2C-2B44-D846-4C87-73CAB527DD4F}"/>
          </ac:spMkLst>
        </pc:spChg>
        <pc:spChg chg="mod">
          <ac:chgData name="根岸歩夢" userId="S::ooi2472037@stu.o-hara.ac.jp::b50d13ec-8991-4d62-99ac-14a958f09980" providerId="AD" clId="Web-{D3E76763-DF13-33CB-A29B-3458DAB8DFA4}" dt="2026-09-28T03:26:01.998" v="32" actId="20577"/>
          <ac:spMkLst>
            <pc:docMk/>
            <pc:sldMk cId="1738797393" sldId="259"/>
            <ac:spMk id="3" creationId="{3D5BA7C7-BE4C-6ABA-4AA5-A98ED7FA6361}"/>
          </ac:spMkLst>
        </pc:spChg>
      </pc:sldChg>
      <pc:sldChg chg="addSp delSp modSp new">
        <pc:chgData name="根岸歩夢" userId="S::ooi2472037@stu.o-hara.ac.jp::b50d13ec-8991-4d62-99ac-14a958f09980" providerId="AD" clId="Web-{D3E76763-DF13-33CB-A29B-3458DAB8DFA4}" dt="2026-09-28T05:08:58.353" v="71" actId="20577"/>
        <pc:sldMkLst>
          <pc:docMk/>
          <pc:sldMk cId="920883218" sldId="260"/>
        </pc:sldMkLst>
        <pc:spChg chg="mod">
          <ac:chgData name="根岸歩夢" userId="S::ooi2472037@stu.o-hara.ac.jp::b50d13ec-8991-4d62-99ac-14a958f09980" providerId="AD" clId="Web-{D3E76763-DF13-33CB-A29B-3458DAB8DFA4}" dt="2026-09-28T04:57:00.209" v="39" actId="20577"/>
          <ac:spMkLst>
            <pc:docMk/>
            <pc:sldMk cId="920883218" sldId="260"/>
            <ac:spMk id="2" creationId="{FEEE7192-9A63-59E1-D702-601E8A914E04}"/>
          </ac:spMkLst>
        </pc:spChg>
        <pc:spChg chg="add mod">
          <ac:chgData name="根岸歩夢" userId="S::ooi2472037@stu.o-hara.ac.jp::b50d13ec-8991-4d62-99ac-14a958f09980" providerId="AD" clId="Web-{D3E76763-DF13-33CB-A29B-3458DAB8DFA4}" dt="2026-09-28T05:07:12.884" v="52"/>
          <ac:spMkLst>
            <pc:docMk/>
            <pc:sldMk cId="920883218" sldId="260"/>
            <ac:spMk id="4" creationId="{C55D8848-C746-0A6D-15CF-9CD4DD2AE60A}"/>
          </ac:spMkLst>
        </pc:spChg>
        <pc:spChg chg="add">
          <ac:chgData name="根岸歩夢" userId="S::ooi2472037@stu.o-hara.ac.jp::b50d13ec-8991-4d62-99ac-14a958f09980" providerId="AD" clId="Web-{D3E76763-DF13-33CB-A29B-3458DAB8DFA4}" dt="2026-09-28T05:07:05.196" v="51"/>
          <ac:spMkLst>
            <pc:docMk/>
            <pc:sldMk cId="920883218" sldId="260"/>
            <ac:spMk id="5" creationId="{A3D1E0BF-E9CA-2DF4-3827-6EF2E6FCA4AB}"/>
          </ac:spMkLst>
        </pc:spChg>
        <pc:spChg chg="add mod">
          <ac:chgData name="根岸歩夢" userId="S::ooi2472037@stu.o-hara.ac.jp::b50d13ec-8991-4d62-99ac-14a958f09980" providerId="AD" clId="Web-{D3E76763-DF13-33CB-A29B-3458DAB8DFA4}" dt="2026-09-28T05:07:40.071" v="56" actId="20577"/>
          <ac:spMkLst>
            <pc:docMk/>
            <pc:sldMk cId="920883218" sldId="260"/>
            <ac:spMk id="6" creationId="{A0321E0B-EBDA-5983-1706-2FFC806EF47E}"/>
          </ac:spMkLst>
        </pc:spChg>
        <pc:spChg chg="add mod">
          <ac:chgData name="根岸歩夢" userId="S::ooi2472037@stu.o-hara.ac.jp::b50d13ec-8991-4d62-99ac-14a958f09980" providerId="AD" clId="Web-{D3E76763-DF13-33CB-A29B-3458DAB8DFA4}" dt="2026-09-28T05:07:51.259" v="58" actId="1076"/>
          <ac:spMkLst>
            <pc:docMk/>
            <pc:sldMk cId="920883218" sldId="260"/>
            <ac:spMk id="7" creationId="{DBB22402-9491-9E45-E2D9-DDDF5B1C8EE5}"/>
          </ac:spMkLst>
        </pc:spChg>
        <pc:spChg chg="add mod">
          <ac:chgData name="根岸歩夢" userId="S::ooi2472037@stu.o-hara.ac.jp::b50d13ec-8991-4d62-99ac-14a958f09980" providerId="AD" clId="Web-{D3E76763-DF13-33CB-A29B-3458DAB8DFA4}" dt="2026-09-28T05:08:23.618" v="64" actId="1076"/>
          <ac:spMkLst>
            <pc:docMk/>
            <pc:sldMk cId="920883218" sldId="260"/>
            <ac:spMk id="8" creationId="{43106E75-A27E-C7F9-E0E3-455F7F99EF20}"/>
          </ac:spMkLst>
        </pc:spChg>
        <pc:spChg chg="add mod">
          <ac:chgData name="根岸歩夢" userId="S::ooi2472037@stu.o-hara.ac.jp::b50d13ec-8991-4d62-99ac-14a958f09980" providerId="AD" clId="Web-{D3E76763-DF13-33CB-A29B-3458DAB8DFA4}" dt="2026-09-28T05:08:43.103" v="67" actId="1076"/>
          <ac:spMkLst>
            <pc:docMk/>
            <pc:sldMk cId="920883218" sldId="260"/>
            <ac:spMk id="9" creationId="{BB9543F4-A4B4-AB27-1D9D-629066F3F018}"/>
          </ac:spMkLst>
        </pc:spChg>
        <pc:spChg chg="add mod">
          <ac:chgData name="根岸歩夢" userId="S::ooi2472037@stu.o-hara.ac.jp::b50d13ec-8991-4d62-99ac-14a958f09980" providerId="AD" clId="Web-{D3E76763-DF13-33CB-A29B-3458DAB8DFA4}" dt="2026-09-28T05:08:58.353" v="71" actId="20577"/>
          <ac:spMkLst>
            <pc:docMk/>
            <pc:sldMk cId="920883218" sldId="260"/>
            <ac:spMk id="10" creationId="{665C221C-4BEF-6B75-DE4E-0B13D7B2BA12}"/>
          </ac:spMkLst>
        </pc:spChg>
      </pc:sldChg>
      <pc:sldChg chg="addSp delSp modSp new">
        <pc:chgData name="根岸歩夢" userId="S::ooi2472037@stu.o-hara.ac.jp::b50d13ec-8991-4d62-99ac-14a958f09980" providerId="AD" clId="Web-{D3E76763-DF13-33CB-A29B-3458DAB8DFA4}" dt="2026-09-28T05:11:17.916" v="92" actId="20577"/>
        <pc:sldMkLst>
          <pc:docMk/>
          <pc:sldMk cId="592847954" sldId="261"/>
        </pc:sldMkLst>
        <pc:spChg chg="mod">
          <ac:chgData name="根岸歩夢" userId="S::ooi2472037@stu.o-hara.ac.jp::b50d13ec-8991-4d62-99ac-14a958f09980" providerId="AD" clId="Web-{D3E76763-DF13-33CB-A29B-3458DAB8DFA4}" dt="2026-09-28T05:10:05.291" v="82" actId="20577"/>
          <ac:spMkLst>
            <pc:docMk/>
            <pc:sldMk cId="592847954" sldId="261"/>
            <ac:spMk id="2" creationId="{7992F767-560F-720D-0A32-0144667CB3FC}"/>
          </ac:spMkLst>
        </pc:spChg>
      </pc:sldChg>
    </pc:docChg>
  </pc:docChgLst>
  <pc:docChgLst>
    <pc:chgData name="根岸歩夢" userId="S::ooi2472037@stu.o-hara.ac.jp::b50d13ec-8991-4d62-99ac-14a958f09980" providerId="AD" clId="Web-{BD6C0A0A-BF6F-9FEF-6053-E64DAE8077C8}"/>
    <pc:docChg chg="addSld modSld">
      <pc:chgData name="根岸歩夢" userId="S::ooi2472037@stu.o-hara.ac.jp::b50d13ec-8991-4d62-99ac-14a958f09980" providerId="AD" clId="Web-{BD6C0A0A-BF6F-9FEF-6053-E64DAE8077C8}" dt="2026-09-28T02:51:23.028" v="92" actId="1076"/>
      <pc:docMkLst>
        <pc:docMk/>
      </pc:docMkLst>
      <pc:sldChg chg="addSp delSp modSp">
        <pc:chgData name="根岸歩夢" userId="S::ooi2472037@stu.o-hara.ac.jp::b50d13ec-8991-4d62-99ac-14a958f09980" providerId="AD" clId="Web-{BD6C0A0A-BF6F-9FEF-6053-E64DAE8077C8}" dt="2026-09-28T02:40:25.550" v="48" actId="20577"/>
        <pc:sldMkLst>
          <pc:docMk/>
          <pc:sldMk cId="2128380218" sldId="256"/>
        </pc:sldMkLst>
        <pc:spChg chg="mod">
          <ac:chgData name="根岸歩夢" userId="S::ooi2472037@stu.o-hara.ac.jp::b50d13ec-8991-4d62-99ac-14a958f09980" providerId="AD" clId="Web-{BD6C0A0A-BF6F-9FEF-6053-E64DAE8077C8}" dt="2026-09-28T02:38:40.828" v="29" actId="20577"/>
          <ac:spMkLst>
            <pc:docMk/>
            <pc:sldMk cId="2128380218" sldId="256"/>
            <ac:spMk id="2" creationId="{00000000-0000-0000-0000-000000000000}"/>
          </ac:spMkLst>
        </pc:spChg>
        <pc:spChg chg="mod">
          <ac:chgData name="根岸歩夢" userId="S::ooi2472037@stu.o-hara.ac.jp::b50d13ec-8991-4d62-99ac-14a958f09980" providerId="AD" clId="Web-{BD6C0A0A-BF6F-9FEF-6053-E64DAE8077C8}" dt="2026-09-28T02:40:25.550" v="48" actId="20577"/>
          <ac:spMkLst>
            <pc:docMk/>
            <pc:sldMk cId="2128380218" sldId="256"/>
            <ac:spMk id="3" creationId="{00000000-0000-0000-0000-000000000000}"/>
          </ac:spMkLst>
        </pc:spChg>
      </pc:sldChg>
      <pc:sldChg chg="addSp delSp modSp new">
        <pc:chgData name="根岸歩夢" userId="S::ooi2472037@stu.o-hara.ac.jp::b50d13ec-8991-4d62-99ac-14a958f09980" providerId="AD" clId="Web-{BD6C0A0A-BF6F-9FEF-6053-E64DAE8077C8}" dt="2026-09-28T02:51:23.028" v="92" actId="1076"/>
        <pc:sldMkLst>
          <pc:docMk/>
          <pc:sldMk cId="2864291625" sldId="257"/>
        </pc:sldMkLst>
        <pc:spChg chg="mod">
          <ac:chgData name="根岸歩夢" userId="S::ooi2472037@stu.o-hara.ac.jp::b50d13ec-8991-4d62-99ac-14a958f09980" providerId="AD" clId="Web-{BD6C0A0A-BF6F-9FEF-6053-E64DAE8077C8}" dt="2026-09-28T02:40:36.301" v="51" actId="20577"/>
          <ac:spMkLst>
            <pc:docMk/>
            <pc:sldMk cId="2864291625" sldId="257"/>
            <ac:spMk id="2" creationId="{0879FC6B-2ECD-4668-FDAD-62A3D2331110}"/>
          </ac:spMkLst>
        </pc:spChg>
        <pc:spChg chg="add mod">
          <ac:chgData name="根岸歩夢" userId="S::ooi2472037@stu.o-hara.ac.jp::b50d13ec-8991-4d62-99ac-14a958f09980" providerId="AD" clId="Web-{BD6C0A0A-BF6F-9FEF-6053-E64DAE8077C8}" dt="2026-09-28T02:51:23.028" v="92" actId="1076"/>
          <ac:spMkLst>
            <pc:docMk/>
            <pc:sldMk cId="2864291625" sldId="257"/>
            <ac:spMk id="4" creationId="{FAFC79FC-ADB0-A20E-86E9-1ECFCAEA7D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66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3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42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6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7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3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50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9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5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0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800" b="1">
                <a:ea typeface="游ゴシック Light"/>
              </a:rPr>
              <a:t>企画書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760189"/>
            <a:ext cx="9963509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2800" b="1">
                <a:ea typeface="游ゴシック"/>
              </a:rPr>
              <a:t>目標 : 格ゲーと動物を組み合わせたゲームを作る</a:t>
            </a:r>
            <a:endParaRPr lang="ja-JP">
              <a:ea typeface="游ゴシック" panose="020B0400000000000000" pitchFamily="34" charset="-128"/>
            </a:endParaRPr>
          </a:p>
          <a:p>
            <a:endParaRPr lang="ja-JP" altLang="en-US" sz="2800" b="1" dirty="0">
              <a:ea typeface="游ゴシック"/>
            </a:endParaRPr>
          </a:p>
          <a:p>
            <a:r>
              <a:rPr lang="ja-JP" altLang="en-US" sz="2800" b="1">
                <a:ea typeface="游ゴシック"/>
              </a:rPr>
              <a:t>※参考にするゲーム :</a:t>
            </a:r>
            <a:r>
              <a:rPr lang="ja-JP" altLang="en-US" sz="2800" b="1">
                <a:solidFill>
                  <a:srgbClr val="FF0000"/>
                </a:solidFill>
                <a:ea typeface="游ゴシック"/>
              </a:rPr>
              <a:t> ストリートファイター6</a:t>
            </a: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9FC6B-2ECD-4668-FDAD-62A3D233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7200" b="1">
                <a:ea typeface="游ゴシック Light"/>
              </a:rPr>
              <a:t>基本方針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FC79FC-ADB0-A20E-86E9-1ECFCAEA7DB9}"/>
              </a:ext>
            </a:extLst>
          </p:cNvPr>
          <p:cNvSpPr txBox="1"/>
          <p:nvPr/>
        </p:nvSpPr>
        <p:spPr>
          <a:xfrm>
            <a:off x="1477653" y="1944629"/>
            <a:ext cx="971530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3600">
                <a:ea typeface="游ゴシック"/>
              </a:rPr>
              <a:t>タイトル名 :  </a:t>
            </a:r>
            <a:r>
              <a:rPr lang="ja-JP" altLang="en-US" sz="3600" u="sng">
                <a:ea typeface="游ゴシック"/>
              </a:rPr>
              <a:t>Animal Fighter</a:t>
            </a:r>
          </a:p>
          <a:p>
            <a:r>
              <a:rPr lang="ja-JP" altLang="en-US" sz="3600">
                <a:ea typeface="游ゴシック"/>
              </a:rPr>
              <a:t>ジャンル : 3D格闘ゲーム(オンライン実装)</a:t>
            </a:r>
          </a:p>
          <a:p>
            <a:r>
              <a:rPr lang="ja-JP" altLang="en-US" sz="3600" dirty="0">
                <a:ea typeface="游ゴシック"/>
              </a:rPr>
              <a:t>開発期間 : 約4カ月(</a:t>
            </a:r>
            <a:r>
              <a:rPr lang="ja-JP" altLang="en-US" sz="3200">
                <a:ea typeface="游ゴシック"/>
              </a:rPr>
              <a:t> 10月 1日 ～ 1 月中旬予定</a:t>
            </a:r>
            <a:r>
              <a:rPr lang="ja-JP" altLang="en-US" sz="3600" dirty="0">
                <a:ea typeface="游ゴシック"/>
              </a:rPr>
              <a:t>)</a:t>
            </a:r>
          </a:p>
          <a:p>
            <a:r>
              <a:rPr lang="ja-JP" altLang="en-US" sz="3600">
                <a:ea typeface="游ゴシック"/>
              </a:rPr>
              <a:t>開発エンジン : Unity6000.4.2f1</a:t>
            </a:r>
            <a:endParaRPr lang="ja-JP" altLang="en-US" sz="3200">
              <a:ea typeface="游ゴシック"/>
            </a:endParaRPr>
          </a:p>
          <a:p>
            <a:r>
              <a:rPr lang="ja-JP" altLang="en-US" sz="3600">
                <a:ea typeface="游ゴシック"/>
              </a:rPr>
              <a:t>使用する技術 : Photon(ネットワーク)​</a:t>
            </a:r>
            <a:br>
              <a:rPr lang="ja-JP" altLang="en-US" sz="3600" dirty="0">
                <a:ea typeface="游ゴシック"/>
              </a:rPr>
            </a:br>
            <a:r>
              <a:rPr lang="ja-JP" altLang="en-US" sz="3600">
                <a:ea typeface="游ゴシック"/>
              </a:rPr>
              <a:t>バージョン管理 : GitHub</a:t>
            </a:r>
            <a:endParaRPr lang="ja-JP" altLang="en-US" sz="3600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86429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CAC1F7-3A9F-DCF4-8A78-25EE725B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7200" b="1">
                <a:ea typeface="游ゴシック Light"/>
              </a:rPr>
              <a:t>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160180-BBF2-6C5E-0AD1-09A8C61B0BD6}"/>
              </a:ext>
            </a:extLst>
          </p:cNvPr>
          <p:cNvSpPr txBox="1"/>
          <p:nvPr/>
        </p:nvSpPr>
        <p:spPr>
          <a:xfrm>
            <a:off x="2002692" y="1593948"/>
            <a:ext cx="10385083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400" b="1">
                <a:ea typeface="游ゴシック"/>
              </a:rPr>
              <a:t>●テーマ</a:t>
            </a:r>
            <a:endParaRPr lang="ja-JP"/>
          </a:p>
          <a:p>
            <a:r>
              <a:rPr lang="ja-JP" altLang="en-US" sz="4400" b="1">
                <a:ea typeface="游ゴシック"/>
              </a:rPr>
              <a:t>　</a:t>
            </a:r>
            <a:r>
              <a:rPr lang="ja-JP" altLang="en-US" sz="8800" b="1">
                <a:solidFill>
                  <a:srgbClr val="FF0000"/>
                </a:solidFill>
                <a:ea typeface="游ゴシック"/>
              </a:rPr>
              <a:t>格闘</a:t>
            </a:r>
            <a:r>
              <a:rPr lang="ja-JP" altLang="en-US" sz="8800" b="1">
                <a:ea typeface="游ゴシック"/>
              </a:rPr>
              <a:t>　✖　</a:t>
            </a:r>
            <a:r>
              <a:rPr lang="ja-JP" altLang="en-US" sz="8800" b="1">
                <a:solidFill>
                  <a:schemeClr val="accent3">
                    <a:lumMod val="40000"/>
                    <a:lumOff val="60000"/>
                  </a:schemeClr>
                </a:solidFill>
                <a:ea typeface="游ゴシック"/>
              </a:rPr>
              <a:t>動物</a:t>
            </a:r>
            <a:r>
              <a:rPr lang="ja-JP" altLang="en-US" sz="6000" b="1">
                <a:ea typeface="游ゴシック"/>
              </a:rPr>
              <a:t>　</a:t>
            </a:r>
          </a:p>
          <a:p>
            <a:endParaRPr lang="ja-JP" altLang="en-US" sz="4400" b="1" dirty="0">
              <a:ea typeface="游ゴシック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69B646-6909-DFC6-373F-5C8B363F7076}"/>
              </a:ext>
            </a:extLst>
          </p:cNvPr>
          <p:cNvSpPr txBox="1"/>
          <p:nvPr/>
        </p:nvSpPr>
        <p:spPr>
          <a:xfrm>
            <a:off x="2006762" y="4396968"/>
            <a:ext cx="96308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 b="1">
                <a:ea typeface="游ゴシック"/>
              </a:rPr>
              <a:t>動物(擬人化)をプレイヤーとして戦わせる</a:t>
            </a:r>
          </a:p>
        </p:txBody>
      </p:sp>
    </p:spTree>
    <p:extLst>
      <p:ext uri="{BB962C8B-B14F-4D97-AF65-F5344CB8AC3E}">
        <p14:creationId xmlns:p14="http://schemas.microsoft.com/office/powerpoint/2010/main" val="194179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755B2C-2B44-D846-4C87-73CAB527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7200" b="1">
                <a:ea typeface="游ゴシック Light"/>
              </a:rPr>
              <a:t>入れる要素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5BA7C7-BE4C-6ABA-4AA5-A98ED7FA6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665"/>
            <a:ext cx="11704320" cy="44122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 b="1">
                <a:ea typeface="游ゴシック"/>
              </a:rPr>
              <a:t>・格ゲーにあらかじめある要素はできる限り実装する</a:t>
            </a:r>
            <a:endParaRPr lang="ja-JP">
              <a:ea typeface="游ゴシック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3200" b="1">
                <a:ea typeface="游ゴシック"/>
              </a:rPr>
              <a:t>※掴み実装しない</a:t>
            </a:r>
          </a:p>
          <a:p>
            <a:pPr marL="0" indent="0">
              <a:buNone/>
            </a:pPr>
            <a:endParaRPr lang="ja-JP" altLang="en-US" sz="3200" b="1" dirty="0">
              <a:ea typeface="游ゴシック"/>
            </a:endParaRPr>
          </a:p>
          <a:p>
            <a:pPr marL="0" indent="0">
              <a:buNone/>
            </a:pPr>
            <a:r>
              <a:rPr lang="ja-JP" altLang="en-US" sz="3200" b="1">
                <a:ea typeface="游ゴシック"/>
              </a:rPr>
              <a:t>キャラクターは2体を想定(時間次第ではもっと増えるかも)</a:t>
            </a:r>
            <a:endParaRPr lang="ja-JP" altLang="en-US" sz="3200" b="1" dirty="0">
              <a:ea typeface="游ゴシック"/>
            </a:endParaRPr>
          </a:p>
          <a:p>
            <a:pPr marL="0" indent="0">
              <a:buNone/>
            </a:pPr>
            <a:endParaRPr lang="ja-JP" altLang="en-US" sz="3200" b="1" dirty="0">
              <a:ea typeface="游ゴシック"/>
            </a:endParaRPr>
          </a:p>
          <a:p>
            <a:pPr marL="0" indent="0">
              <a:buNone/>
            </a:pPr>
            <a:r>
              <a:rPr lang="ja-JP" altLang="en-US" sz="3200" b="1">
                <a:ea typeface="游ゴシック"/>
              </a:rPr>
              <a:t>操作は「クラシック」と「モダン」の2タイプを想定する</a:t>
            </a:r>
          </a:p>
          <a:p>
            <a:pPr marL="0" indent="0">
              <a:buNone/>
            </a:pPr>
            <a:r>
              <a:rPr lang="ja-JP" altLang="en-US" sz="3200" b="1">
                <a:ea typeface="游ゴシック"/>
              </a:rPr>
              <a:t>※キーボードも対応させる</a:t>
            </a:r>
            <a:endParaRPr lang="ja-JP" altLang="en-US" sz="3200" b="1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38797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EE7192-9A63-59E1-D702-601E8A91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7200" b="1">
                <a:ea typeface="游ゴシック Light"/>
              </a:rPr>
              <a:t>ゲームフロー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55D8848-C746-0A6D-15CF-9CD4DD2AE60A}"/>
              </a:ext>
            </a:extLst>
          </p:cNvPr>
          <p:cNvSpPr/>
          <p:nvPr/>
        </p:nvSpPr>
        <p:spPr>
          <a:xfrm>
            <a:off x="465797" y="2868246"/>
            <a:ext cx="2189870" cy="98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タイトル</a:t>
            </a:r>
            <a:endParaRPr lang="ja-JP" altLang="en-US" dirty="0">
              <a:ea typeface="游ゴシック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A3D1E0BF-E9CA-2DF4-3827-6EF2E6FCA4AB}"/>
              </a:ext>
            </a:extLst>
          </p:cNvPr>
          <p:cNvSpPr/>
          <p:nvPr/>
        </p:nvSpPr>
        <p:spPr>
          <a:xfrm>
            <a:off x="2862385" y="2999153"/>
            <a:ext cx="781538" cy="7229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0321E0B-EBDA-5983-1706-2FFC806EF47E}"/>
              </a:ext>
            </a:extLst>
          </p:cNvPr>
          <p:cNvSpPr/>
          <p:nvPr/>
        </p:nvSpPr>
        <p:spPr>
          <a:xfrm>
            <a:off x="3904957" y="2868246"/>
            <a:ext cx="2189870" cy="98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メニュー</a:t>
            </a:r>
            <a:endParaRPr lang="ja-JP" altLang="en-US" dirty="0">
              <a:ea typeface="游ゴシック"/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DBB22402-9491-9E45-E2D9-DDDF5B1C8EE5}"/>
              </a:ext>
            </a:extLst>
          </p:cNvPr>
          <p:cNvSpPr/>
          <p:nvPr/>
        </p:nvSpPr>
        <p:spPr>
          <a:xfrm>
            <a:off x="6537178" y="2997980"/>
            <a:ext cx="781538" cy="7229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3106E75-A27E-C7F9-E0E3-455F7F99EF20}"/>
              </a:ext>
            </a:extLst>
          </p:cNvPr>
          <p:cNvSpPr/>
          <p:nvPr/>
        </p:nvSpPr>
        <p:spPr>
          <a:xfrm>
            <a:off x="7676662" y="2868246"/>
            <a:ext cx="2189870" cy="98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キャラ選択</a:t>
            </a:r>
            <a:endParaRPr lang="ja-JP" altLang="en-US" dirty="0">
              <a:ea typeface="游ゴシック"/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B9543F4-A4B4-AB27-1D9D-629066F3F018}"/>
              </a:ext>
            </a:extLst>
          </p:cNvPr>
          <p:cNvSpPr/>
          <p:nvPr/>
        </p:nvSpPr>
        <p:spPr>
          <a:xfrm rot="5400000">
            <a:off x="8383172" y="4076502"/>
            <a:ext cx="781538" cy="7229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65C221C-4BEF-6B75-DE4E-0B13D7B2BA12}"/>
              </a:ext>
            </a:extLst>
          </p:cNvPr>
          <p:cNvSpPr/>
          <p:nvPr/>
        </p:nvSpPr>
        <p:spPr>
          <a:xfrm>
            <a:off x="7676662" y="5264834"/>
            <a:ext cx="2189870" cy="9808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ゲームプレイ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2088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92F767-560F-720D-0A32-0144667C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139" y="245310"/>
            <a:ext cx="9875520" cy="1356360"/>
          </a:xfrm>
        </p:spPr>
        <p:txBody>
          <a:bodyPr>
            <a:normAutofit fontScale="90000"/>
          </a:bodyPr>
          <a:lstStyle/>
          <a:p>
            <a:r>
              <a:rPr lang="ja-JP" altLang="en-US" sz="7200" b="1">
                <a:ea typeface="游ゴシック Light"/>
              </a:rPr>
              <a:t>ゲーム操作(ゲームパッド)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576EC-B72D-8D72-0975-D93ED5617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63" y="1611186"/>
            <a:ext cx="8562474" cy="452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4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ECD9EC-7595-41C4-8130-FE269489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3" y="270933"/>
            <a:ext cx="11590867" cy="1356360"/>
          </a:xfrm>
        </p:spPr>
        <p:txBody>
          <a:bodyPr/>
          <a:lstStyle/>
          <a:p>
            <a:r>
              <a:rPr kumimoji="1" lang="ja-JP" altLang="en-US" dirty="0"/>
              <a:t>・ハブ空間の実装</a:t>
            </a:r>
            <a:r>
              <a:rPr kumimoji="1" lang="en-US" altLang="ja-JP" dirty="0"/>
              <a:t>(</a:t>
            </a:r>
            <a:r>
              <a:rPr kumimoji="1" lang="ja-JP" altLang="en-US" dirty="0"/>
              <a:t>参考 </a:t>
            </a:r>
            <a:r>
              <a:rPr kumimoji="1" lang="en-US" altLang="ja-JP" dirty="0"/>
              <a:t>: </a:t>
            </a:r>
            <a:r>
              <a:rPr kumimoji="1" lang="ja-JP" altLang="en-US" dirty="0"/>
              <a:t>スト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のバトルハブ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DBECE-F802-4EDC-95E8-47F0B9F2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kumimoji="1" lang="ja-JP" altLang="en-US" b="1" dirty="0"/>
              <a:t>・ハブ形式 </a:t>
            </a:r>
            <a:r>
              <a:rPr kumimoji="1" lang="en-US" altLang="ja-JP" b="1" dirty="0"/>
              <a:t>: 3D</a:t>
            </a:r>
            <a:r>
              <a:rPr kumimoji="1" lang="ja-JP" altLang="en-US" b="1" dirty="0"/>
              <a:t>ゲームセンター型オンラインハブ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b="1" dirty="0"/>
              <a:t>・ネットワーク </a:t>
            </a:r>
            <a:r>
              <a:rPr kumimoji="1" lang="en-US" altLang="ja-JP" b="1" dirty="0"/>
              <a:t>: Photon Fusion2</a:t>
            </a:r>
          </a:p>
          <a:p>
            <a:pPr marL="45720" indent="0">
              <a:buNone/>
            </a:pPr>
            <a:r>
              <a:rPr kumimoji="1" lang="ja-JP" altLang="en-US" b="1" dirty="0"/>
              <a:t>・ </a:t>
            </a:r>
            <a:r>
              <a:rPr kumimoji="1" lang="en-US" altLang="ja-JP" b="1" dirty="0"/>
              <a:t>1</a:t>
            </a:r>
            <a:r>
              <a:rPr kumimoji="1" lang="ja-JP" altLang="en-US" b="1" dirty="0"/>
              <a:t>ルームの最大人数 </a:t>
            </a:r>
            <a:r>
              <a:rPr kumimoji="1" lang="en-US" altLang="ja-JP" b="1" dirty="0"/>
              <a:t>: 8</a:t>
            </a:r>
            <a:r>
              <a:rPr kumimoji="1" lang="ja-JP" altLang="en-US" b="1" dirty="0"/>
              <a:t>人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b="1" dirty="0"/>
              <a:t>・公開ルーム </a:t>
            </a:r>
            <a:r>
              <a:rPr kumimoji="1" lang="en-US" altLang="ja-JP" b="1" dirty="0"/>
              <a:t>: Public Server</a:t>
            </a:r>
          </a:p>
          <a:p>
            <a:pPr marL="45720" indent="0">
              <a:buNone/>
            </a:pPr>
            <a:r>
              <a:rPr kumimoji="1" lang="ja-JP" altLang="en-US" b="1" dirty="0"/>
              <a:t>・プライベートルーム </a:t>
            </a:r>
            <a:r>
              <a:rPr kumimoji="1" lang="en-US" altLang="ja-JP" b="1" dirty="0"/>
              <a:t>: Private Server</a:t>
            </a:r>
          </a:p>
          <a:p>
            <a:pPr marL="45720" indent="0">
              <a:buNone/>
            </a:pPr>
            <a:r>
              <a:rPr kumimoji="1" lang="ja-JP" altLang="en-US" b="1" dirty="0"/>
              <a:t>・ オフライン ローカルでハブに入場可能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b="1" dirty="0"/>
              <a:t>・筐体 </a:t>
            </a:r>
            <a:r>
              <a:rPr kumimoji="1" lang="en-US" altLang="ja-JP" b="1" dirty="0"/>
              <a:t>: </a:t>
            </a:r>
            <a:r>
              <a:rPr kumimoji="1" lang="ja-JP" altLang="en-US" b="1" dirty="0"/>
              <a:t>チュートリアル・</a:t>
            </a:r>
            <a:r>
              <a:rPr kumimoji="1" lang="en-US" altLang="ja-JP" b="1" dirty="0"/>
              <a:t>CPU</a:t>
            </a:r>
            <a:r>
              <a:rPr kumimoji="1" lang="ja-JP" altLang="en-US" b="1" dirty="0"/>
              <a:t>戦から開始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b="1" dirty="0"/>
              <a:t>・プレイヤー表示・頭上の名前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b="1" dirty="0"/>
              <a:t>・将来的な拡張 </a:t>
            </a:r>
            <a:r>
              <a:rPr kumimoji="1" lang="en-US" altLang="ja-JP" b="1" dirty="0"/>
              <a:t>: </a:t>
            </a:r>
            <a:r>
              <a:rPr kumimoji="1" lang="ja-JP" altLang="en-US" b="1" dirty="0"/>
              <a:t>プレイヤー同士の筐体対戦・チャット</a:t>
            </a:r>
            <a:endParaRPr kumimoji="1" lang="en-US" altLang="ja-JP" b="1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644763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231</Words>
  <Application>Microsoft Office PowerPoint</Application>
  <PresentationFormat>ワイド画面</PresentationFormat>
  <Paragraphs>38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Corbel</vt:lpstr>
      <vt:lpstr>Basis</vt:lpstr>
      <vt:lpstr>企画書</vt:lpstr>
      <vt:lpstr>基本方針</vt:lpstr>
      <vt:lpstr>概要</vt:lpstr>
      <vt:lpstr>入れる要素</vt:lpstr>
      <vt:lpstr>ゲームフロー</vt:lpstr>
      <vt:lpstr>ゲーム操作(ゲームパッド)</vt:lpstr>
      <vt:lpstr>・ハブ空間の実装(参考 : スト6のバトルハブ)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企画書</dc:title>
  <dc:creator/>
  <cp:lastModifiedBy>根岸歩夢</cp:lastModifiedBy>
  <cp:revision>206</cp:revision>
  <dcterms:created xsi:type="dcterms:W3CDTF">2026-09-28T02:36:21Z</dcterms:created>
  <dcterms:modified xsi:type="dcterms:W3CDTF">2026-10-19T01:06:15Z</dcterms:modified>
</cp:coreProperties>
</file>