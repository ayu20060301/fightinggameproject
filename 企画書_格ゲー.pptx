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media/image1.jpeg" ContentType="image/jpe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1143000" y="2057400"/>
            <a:ext cx="9872640" cy="403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5392AF8-22D8-4ECF-9ADA-1C33322AFA7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E9F2E62-A61F-4A32-A4DD-D0D7A781E20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AD874C5-ECA9-4A22-9F7F-A045AA8CF34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1143000" y="2057400"/>
            <a:ext cx="9872640" cy="403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2B0AF1E-63B1-44BF-8ED8-44645E7B758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033FBF39-9872-451B-889F-5C19E82FE53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1143000" y="2057400"/>
            <a:ext cx="4817520" cy="403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/>
          </p:nvPr>
        </p:nvSpPr>
        <p:spPr>
          <a:xfrm>
            <a:off x="6201720" y="2057400"/>
            <a:ext cx="4817520" cy="403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4C39F6C3-0DF2-4E98-8F9E-B307B5BA20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D54173CD-1DAA-4307-98C7-A7AE002C64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974FD778-7AC3-4ADD-B298-506D6E0BC16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ABFAB303-0F42-4EEE-99FC-A8A01628740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254A154F-E815-44B4-8F82-493F441F5AB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BBB1E0A6-E001-4ECA-8E6B-14FF3B92F66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109880" y="882360"/>
            <a:ext cx="9966600" cy="292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85000"/>
              </a:lnSpc>
              <a:buNone/>
            </a:pPr>
            <a:r>
              <a:rPr b="1" lang="en-US" sz="7200" spc="-1" strike="noStrike" cap="all">
                <a:solidFill>
                  <a:srgbClr val="ffffff"/>
                </a:solidFill>
                <a:latin typeface="Corbel"/>
              </a:rPr>
              <a:t>Click to edit Master title style</a:t>
            </a:r>
            <a:endParaRPr b="0" lang="en-US" sz="72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accent1"/>
                </a:solidFill>
                <a:latin typeface="Corbel"/>
              </a:rPr>
              <a:t>&lt;日付/時刻&gt;</a:t>
            </a:r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E1D58D-94AA-4255-968E-B0AE11E17B6A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cxnSp>
        <p:nvCxnSpPr>
          <p:cNvPr id="6" name="Straight Connector 7"/>
          <p:cNvCxnSpPr/>
          <p:nvPr/>
        </p:nvCxnSpPr>
        <p:spPr>
          <a:xfrm>
            <a:off x="1978560" y="3733560"/>
            <a:ext cx="8229960" cy="360"/>
          </a:xfrm>
          <a:prstGeom prst="straightConnector1">
            <a:avLst/>
          </a:prstGeom>
          <a:ln>
            <a:solidFill>
              <a:srgbClr val="ffffff"/>
            </a:solidFill>
            <a:round/>
          </a:ln>
        </p:spPr>
      </p:cxn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2200" spc="-1" strike="noStrike">
                <a:solidFill>
                  <a:schemeClr val="accent1"/>
                </a:solidFill>
                <a:latin typeface="Corbel"/>
              </a:rPr>
              <a:t>クリックしてアウトラインのテキストを編集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accent1"/>
                </a:solidFill>
                <a:latin typeface="Corbel"/>
              </a:rPr>
              <a:t>2</a:t>
            </a:r>
            <a:r>
              <a:rPr b="0" lang="ja-JP" sz="1800" spc="-1" strike="noStrike">
                <a:solidFill>
                  <a:schemeClr val="accent1"/>
                </a:solidFill>
                <a:latin typeface="Corbel"/>
              </a:rPr>
              <a:t>レベル目のアウトライン</a:t>
            </a:r>
            <a:endParaRPr b="0" lang="en-US" sz="1800" spc="-1" strike="noStrike">
              <a:solidFill>
                <a:schemeClr val="accent1"/>
              </a:solidFill>
              <a:latin typeface="Corbe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3</a:t>
            </a:r>
            <a:r>
              <a:rPr b="0" lang="ja-JP" sz="1600" spc="-1" strike="noStrike">
                <a:solidFill>
                  <a:schemeClr val="accent1"/>
                </a:solidFill>
                <a:latin typeface="Corbel"/>
              </a:rPr>
              <a:t>レベル目のアウトライン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4</a:t>
            </a:r>
            <a:r>
              <a:rPr b="0" lang="ja-JP" sz="1600" spc="-1" strike="noStrike">
                <a:solidFill>
                  <a:schemeClr val="accent1"/>
                </a:solidFill>
                <a:latin typeface="Corbel"/>
              </a:rPr>
              <a:t>レベル目のアウトライン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accent1"/>
                </a:solidFill>
                <a:latin typeface="Corbel"/>
              </a:rPr>
              <a:t>5</a:t>
            </a:r>
            <a:r>
              <a:rPr b="0" lang="ja-JP" sz="2000" spc="-1" strike="noStrike">
                <a:solidFill>
                  <a:schemeClr val="accent1"/>
                </a:solidFill>
                <a:latin typeface="Corbel"/>
              </a:rPr>
              <a:t>レベル目のアウトライン</a:t>
            </a:r>
            <a:endParaRPr b="0" lang="en-US" sz="2000" spc="-1" strike="noStrike">
              <a:solidFill>
                <a:schemeClr val="accent1"/>
              </a:solidFill>
              <a:latin typeface="Corbe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accent1"/>
                </a:solidFill>
                <a:latin typeface="Corbel"/>
              </a:rPr>
              <a:t>6</a:t>
            </a:r>
            <a:r>
              <a:rPr b="0" lang="ja-JP" sz="2000" spc="-1" strike="noStrike">
                <a:solidFill>
                  <a:schemeClr val="accent1"/>
                </a:solidFill>
                <a:latin typeface="Corbel"/>
              </a:rPr>
              <a:t>レベル目のアウトライン</a:t>
            </a:r>
            <a:endParaRPr b="0" lang="en-US" sz="2000" spc="-1" strike="noStrike">
              <a:solidFill>
                <a:schemeClr val="accent1"/>
              </a:solidFill>
              <a:latin typeface="Corbe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accent1"/>
                </a:solidFill>
                <a:latin typeface="Corbel"/>
              </a:rPr>
              <a:t>7</a:t>
            </a:r>
            <a:r>
              <a:rPr b="0" lang="ja-JP" sz="2000" spc="-1" strike="noStrike">
                <a:solidFill>
                  <a:schemeClr val="accent1"/>
                </a:solidFill>
                <a:latin typeface="Corbel"/>
              </a:rPr>
              <a:t>レベル目のアウトライン</a:t>
            </a:r>
            <a:endParaRPr b="0" lang="en-US" sz="2000" spc="-1" strike="noStrike">
              <a:solidFill>
                <a:schemeClr val="accent1"/>
              </a:solidFill>
              <a:latin typeface="Corbe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accent1"/>
                </a:solidFill>
                <a:latin typeface="Corbel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143000" y="2057400"/>
            <a:ext cx="9872640" cy="40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200" spc="-1" strike="noStrike">
                <a:solidFill>
                  <a:schemeClr val="accent1"/>
                </a:solidFill>
                <a:latin typeface="Corbel"/>
              </a:rPr>
              <a:t>Click to edit Master text styles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000" spc="-1" strike="noStrike">
                <a:solidFill>
                  <a:schemeClr val="accent1"/>
                </a:solidFill>
                <a:latin typeface="Corbel"/>
              </a:rPr>
              <a:t>Second level</a:t>
            </a:r>
            <a:endParaRPr b="0" lang="en-US" sz="2000" spc="-1" strike="noStrike">
              <a:solidFill>
                <a:schemeClr val="accent1"/>
              </a:solidFill>
              <a:latin typeface="Corbe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800" spc="-1" strike="noStrike">
                <a:solidFill>
                  <a:schemeClr val="accent1"/>
                </a:solidFill>
                <a:latin typeface="Corbel"/>
              </a:rPr>
              <a:t>Third level</a:t>
            </a:r>
            <a:endParaRPr b="0" lang="en-US" sz="1800" spc="-1" strike="noStrike">
              <a:solidFill>
                <a:schemeClr val="accent1"/>
              </a:solidFill>
              <a:latin typeface="Corbe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Fourth level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Fifth level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4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accent1"/>
                </a:solidFill>
                <a:latin typeface="Corbel"/>
              </a:rPr>
              <a:t>&lt;日付/時刻&gt;</a:t>
            </a:r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5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6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77A363-4627-4024-9B6B-B9B5F2D718DD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724960" y="762120"/>
            <a:ext cx="2323800" cy="540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accent1"/>
                </a:solidFill>
                <a:latin typeface="Corbel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1143000" y="762120"/>
            <a:ext cx="7429320" cy="540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200" spc="-1" strike="noStrike">
                <a:solidFill>
                  <a:schemeClr val="accent1"/>
                </a:solidFill>
                <a:latin typeface="Corbel"/>
              </a:rPr>
              <a:t>Click to edit Master text styles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000" spc="-1" strike="noStrike">
                <a:solidFill>
                  <a:schemeClr val="accent1"/>
                </a:solidFill>
                <a:latin typeface="Corbel"/>
              </a:rPr>
              <a:t>Second level</a:t>
            </a:r>
            <a:endParaRPr b="0" lang="en-US" sz="2000" spc="-1" strike="noStrike">
              <a:solidFill>
                <a:schemeClr val="accent1"/>
              </a:solidFill>
              <a:latin typeface="Corbe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800" spc="-1" strike="noStrike">
                <a:solidFill>
                  <a:schemeClr val="accent1"/>
                </a:solidFill>
                <a:latin typeface="Corbel"/>
              </a:rPr>
              <a:t>Third level</a:t>
            </a:r>
            <a:endParaRPr b="0" lang="en-US" sz="1800" spc="-1" strike="noStrike">
              <a:solidFill>
                <a:schemeClr val="accent1"/>
              </a:solidFill>
              <a:latin typeface="Corbe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Fourth level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Fifth level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7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accent1"/>
                </a:solidFill>
                <a:latin typeface="Corbel"/>
              </a:rPr>
              <a:t>&lt;日付/時刻&gt;</a:t>
            </a:r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8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9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4F1594-0A08-490E-A793-0DAAB59BEB14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accent1"/>
                </a:solidFill>
                <a:latin typeface="Corbel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143000" y="2057400"/>
            <a:ext cx="9872640" cy="40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200" spc="-1" strike="noStrike">
                <a:solidFill>
                  <a:schemeClr val="accent1"/>
                </a:solidFill>
                <a:latin typeface="Corbel"/>
              </a:rPr>
              <a:t>Click to edit Master text styles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000" spc="-1" strike="noStrike">
                <a:solidFill>
                  <a:schemeClr val="accent1"/>
                </a:solidFill>
                <a:latin typeface="Corbel"/>
              </a:rPr>
              <a:t>Second level</a:t>
            </a:r>
            <a:endParaRPr b="0" lang="en-US" sz="2000" spc="-1" strike="noStrike">
              <a:solidFill>
                <a:schemeClr val="accent1"/>
              </a:solidFill>
              <a:latin typeface="Corbe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800" spc="-1" strike="noStrike">
                <a:solidFill>
                  <a:schemeClr val="accent1"/>
                </a:solidFill>
                <a:latin typeface="Corbel"/>
              </a:rPr>
              <a:t>Third level</a:t>
            </a:r>
            <a:endParaRPr b="0" lang="en-US" sz="1800" spc="-1" strike="noStrike">
              <a:solidFill>
                <a:schemeClr val="accent1"/>
              </a:solidFill>
              <a:latin typeface="Corbe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Fourth level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Fifth level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0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accent1"/>
                </a:solidFill>
                <a:latin typeface="Corbel"/>
              </a:rPr>
              <a:t>&lt;日付/時刻&gt;</a:t>
            </a:r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1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2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CBB9B5F-1B4B-451B-A6FF-8DD444B10659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106280" y="1173600"/>
            <a:ext cx="9966600" cy="292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85000"/>
              </a:lnSpc>
              <a:buNone/>
            </a:pPr>
            <a:r>
              <a:rPr b="0" lang="en-US" sz="7200" spc="-1" strike="noStrike" cap="all">
                <a:solidFill>
                  <a:schemeClr val="accent1"/>
                </a:solidFill>
                <a:latin typeface="Corbel"/>
              </a:rPr>
              <a:t>Click to edit Master title style</a:t>
            </a:r>
            <a:endParaRPr b="0" lang="en-US" sz="72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710000" y="4154400"/>
            <a:ext cx="8768880" cy="136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chemeClr val="accent1"/>
                </a:solidFill>
                <a:latin typeface="Corbel"/>
              </a:rPr>
              <a:t>Click to edit Master text styles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3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accent1"/>
                </a:solidFill>
                <a:latin typeface="Corbel"/>
              </a:rPr>
              <a:t>&lt;日付/時刻&gt;</a:t>
            </a:r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14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15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D7D800-44CC-4C2A-923A-2CFE07B51AAD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cxnSp>
        <p:nvCxnSpPr>
          <p:cNvPr id="36" name="Straight Connector 6"/>
          <p:cNvCxnSpPr/>
          <p:nvPr/>
        </p:nvCxnSpPr>
        <p:spPr>
          <a:xfrm>
            <a:off x="1981080" y="4020120"/>
            <a:ext cx="8229960" cy="360"/>
          </a:xfrm>
          <a:prstGeom prst="straightConnector1">
            <a:avLst/>
          </a:prstGeom>
          <a:ln>
            <a:solidFill>
              <a:srgbClr val="a6b727"/>
            </a:solidFill>
            <a:round/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accent1"/>
                </a:solidFill>
                <a:latin typeface="Corbel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1143000" y="2057400"/>
            <a:ext cx="4754520" cy="402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200" spc="-1" strike="noStrike">
                <a:solidFill>
                  <a:schemeClr val="accent1"/>
                </a:solidFill>
                <a:latin typeface="Corbel"/>
              </a:rPr>
              <a:t>Click to edit Master text styles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000" spc="-1" strike="noStrike">
                <a:solidFill>
                  <a:schemeClr val="accent1"/>
                </a:solidFill>
                <a:latin typeface="Corbel"/>
              </a:rPr>
              <a:t>Second level</a:t>
            </a:r>
            <a:endParaRPr b="0" lang="en-US" sz="2000" spc="-1" strike="noStrike">
              <a:solidFill>
                <a:schemeClr val="accent1"/>
              </a:solidFill>
              <a:latin typeface="Corbe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800" spc="-1" strike="noStrike">
                <a:solidFill>
                  <a:schemeClr val="accent1"/>
                </a:solidFill>
                <a:latin typeface="Corbel"/>
              </a:rPr>
              <a:t>Third level</a:t>
            </a:r>
            <a:endParaRPr b="0" lang="en-US" sz="1800" spc="-1" strike="noStrike">
              <a:solidFill>
                <a:schemeClr val="accent1"/>
              </a:solidFill>
              <a:latin typeface="Corbe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Fourth level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Fifth level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6267600" y="2057400"/>
            <a:ext cx="4754520" cy="402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200" spc="-1" strike="noStrike">
                <a:solidFill>
                  <a:schemeClr val="accent1"/>
                </a:solidFill>
                <a:latin typeface="Corbel"/>
              </a:rPr>
              <a:t>Click to edit Master text styles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000" spc="-1" strike="noStrike">
                <a:solidFill>
                  <a:schemeClr val="accent1"/>
                </a:solidFill>
                <a:latin typeface="Corbel"/>
              </a:rPr>
              <a:t>Second level</a:t>
            </a:r>
            <a:endParaRPr b="0" lang="en-US" sz="2000" spc="-1" strike="noStrike">
              <a:solidFill>
                <a:schemeClr val="accent1"/>
              </a:solidFill>
              <a:latin typeface="Corbe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800" spc="-1" strike="noStrike">
                <a:solidFill>
                  <a:schemeClr val="accent1"/>
                </a:solidFill>
                <a:latin typeface="Corbel"/>
              </a:rPr>
              <a:t>Third level</a:t>
            </a:r>
            <a:endParaRPr b="0" lang="en-US" sz="1800" spc="-1" strike="noStrike">
              <a:solidFill>
                <a:schemeClr val="accent1"/>
              </a:solidFill>
              <a:latin typeface="Corbe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Fourth level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Fifth level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6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accent1"/>
                </a:solidFill>
                <a:latin typeface="Corbel"/>
              </a:rPr>
              <a:t>&lt;日付/時刻&gt;</a:t>
            </a:r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17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18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A28A7A-29E4-4B40-8D11-201D007BA086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accent1"/>
                </a:solidFill>
                <a:latin typeface="Corbel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1143000" y="2001600"/>
            <a:ext cx="4754520" cy="77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accent1"/>
                </a:solidFill>
                <a:latin typeface="Corbel"/>
              </a:rPr>
              <a:t>Click to edit Master text styles</a:t>
            </a:r>
            <a:endParaRPr b="0" lang="en-US" sz="24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1143000" y="2721600"/>
            <a:ext cx="4754520" cy="338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200" spc="-1" strike="noStrike">
                <a:solidFill>
                  <a:schemeClr val="accent1"/>
                </a:solidFill>
                <a:latin typeface="Corbel"/>
              </a:rPr>
              <a:t>Click to edit Master text styles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000" spc="-1" strike="noStrike">
                <a:solidFill>
                  <a:schemeClr val="accent1"/>
                </a:solidFill>
                <a:latin typeface="Corbel"/>
              </a:rPr>
              <a:t>Second level</a:t>
            </a:r>
            <a:endParaRPr b="0" lang="en-US" sz="2000" spc="-1" strike="noStrike">
              <a:solidFill>
                <a:schemeClr val="accent1"/>
              </a:solidFill>
              <a:latin typeface="Corbe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800" spc="-1" strike="noStrike">
                <a:solidFill>
                  <a:schemeClr val="accent1"/>
                </a:solidFill>
                <a:latin typeface="Corbel"/>
              </a:rPr>
              <a:t>Third level</a:t>
            </a:r>
            <a:endParaRPr b="0" lang="en-US" sz="1800" spc="-1" strike="noStrike">
              <a:solidFill>
                <a:schemeClr val="accent1"/>
              </a:solidFill>
              <a:latin typeface="Corbe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Fourth level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Fifth level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6269040" y="1999080"/>
            <a:ext cx="4754520" cy="77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accent1"/>
                </a:solidFill>
                <a:latin typeface="Corbel"/>
              </a:rPr>
              <a:t>Click to edit Master text styles</a:t>
            </a:r>
            <a:endParaRPr b="0" lang="en-US" sz="24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6269040" y="2719440"/>
            <a:ext cx="4754520" cy="338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200" spc="-1" strike="noStrike">
                <a:solidFill>
                  <a:schemeClr val="accent1"/>
                </a:solidFill>
                <a:latin typeface="Corbel"/>
              </a:rPr>
              <a:t>Click to edit Master text styles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000" spc="-1" strike="noStrike">
                <a:solidFill>
                  <a:schemeClr val="accent1"/>
                </a:solidFill>
                <a:latin typeface="Corbel"/>
              </a:rPr>
              <a:t>Second level</a:t>
            </a:r>
            <a:endParaRPr b="0" lang="en-US" sz="2000" spc="-1" strike="noStrike">
              <a:solidFill>
                <a:schemeClr val="accent1"/>
              </a:solidFill>
              <a:latin typeface="Corbe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800" spc="-1" strike="noStrike">
                <a:solidFill>
                  <a:schemeClr val="accent1"/>
                </a:solidFill>
                <a:latin typeface="Corbel"/>
              </a:rPr>
              <a:t>Third level</a:t>
            </a:r>
            <a:endParaRPr b="0" lang="en-US" sz="1800" spc="-1" strike="noStrike">
              <a:solidFill>
                <a:schemeClr val="accent1"/>
              </a:solidFill>
              <a:latin typeface="Corbe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Fourth level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1600" spc="-1" strike="noStrike">
                <a:solidFill>
                  <a:schemeClr val="accent1"/>
                </a:solidFill>
                <a:latin typeface="Corbel"/>
              </a:rPr>
              <a:t>Fifth level</a:t>
            </a:r>
            <a:endParaRPr b="0" lang="en-US" sz="16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dt" idx="19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accent1"/>
                </a:solidFill>
                <a:latin typeface="Corbel"/>
              </a:rPr>
              <a:t>&lt;日付/時刻&gt;</a:t>
            </a:r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54" name="PlaceHolder 7"/>
          <p:cNvSpPr>
            <a:spLocks noGrp="1"/>
          </p:cNvSpPr>
          <p:nvPr>
            <p:ph type="ftr" idx="20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55" name="PlaceHolder 8"/>
          <p:cNvSpPr>
            <a:spLocks noGrp="1"/>
          </p:cNvSpPr>
          <p:nvPr>
            <p:ph type="sldNum" idx="21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6BE336-2B0D-451C-9125-EBE37075406D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accent1"/>
                </a:solidFill>
                <a:latin typeface="Corbel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22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accent1"/>
                </a:solidFill>
                <a:latin typeface="Corbel"/>
              </a:rPr>
              <a:t>&lt;日付/時刻&gt;</a:t>
            </a:r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23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24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ECB02D-CC6A-4FBC-9030-163D8C5B5750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1"/>
          <p:cNvSpPr>
            <a:spLocks noGrp="1"/>
          </p:cNvSpPr>
          <p:nvPr>
            <p:ph type="dt" idx="25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accent1"/>
                </a:solidFill>
                <a:latin typeface="Corbel"/>
              </a:rPr>
              <a:t>&lt;日付/時刻&gt;</a:t>
            </a:r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ftr" idx="26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27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F8D7877-90EA-452C-B810-5103C050B314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560" cy="173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000" spc="-1" strike="noStrike">
                <a:solidFill>
                  <a:schemeClr val="accent1"/>
                </a:solidFill>
                <a:latin typeface="Corbel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5852160" y="1097280"/>
            <a:ext cx="5211720" cy="466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3200" spc="-1" strike="noStrike">
                <a:solidFill>
                  <a:schemeClr val="accent1"/>
                </a:solidFill>
                <a:latin typeface="Corbel"/>
              </a:rPr>
              <a:t>Click to edit Master text styles</a:t>
            </a:r>
            <a:endParaRPr b="0" lang="en-US" sz="3200" spc="-1" strike="noStrike">
              <a:solidFill>
                <a:schemeClr val="accent1"/>
              </a:solidFill>
              <a:latin typeface="Corbel"/>
            </a:endParaRPr>
          </a:p>
          <a:p>
            <a:pPr lvl="1" marL="4572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800" spc="-1" strike="noStrike">
                <a:solidFill>
                  <a:schemeClr val="accent1"/>
                </a:solidFill>
                <a:latin typeface="Corbel"/>
              </a:rPr>
              <a:t>Second level</a:t>
            </a:r>
            <a:endParaRPr b="0" lang="en-US" sz="2800" spc="-1" strike="noStrike">
              <a:solidFill>
                <a:schemeClr val="accent1"/>
              </a:solidFill>
              <a:latin typeface="Corbel"/>
            </a:endParaRPr>
          </a:p>
          <a:p>
            <a:pPr lvl="2" marL="7315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400" spc="-1" strike="noStrike">
                <a:solidFill>
                  <a:schemeClr val="accent1"/>
                </a:solidFill>
                <a:latin typeface="Corbel"/>
              </a:rPr>
              <a:t>Third level</a:t>
            </a:r>
            <a:endParaRPr b="0" lang="en-US" sz="2400" spc="-1" strike="noStrike">
              <a:solidFill>
                <a:schemeClr val="accent1"/>
              </a:solidFill>
              <a:latin typeface="Corbel"/>
            </a:endParaRPr>
          </a:p>
          <a:p>
            <a:pPr lvl="3" marL="100584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000" spc="-1" strike="noStrike">
                <a:solidFill>
                  <a:schemeClr val="accent1"/>
                </a:solidFill>
                <a:latin typeface="Corbel"/>
              </a:rPr>
              <a:t>Fourth level</a:t>
            </a:r>
            <a:endParaRPr b="0" lang="en-US" sz="2000" spc="-1" strike="noStrike">
              <a:solidFill>
                <a:schemeClr val="accent1"/>
              </a:solidFill>
              <a:latin typeface="Corbel"/>
            </a:endParaRPr>
          </a:p>
          <a:p>
            <a:pPr lvl="4" marL="12801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b="0" lang="en-US" sz="2000" spc="-1" strike="noStrike">
                <a:solidFill>
                  <a:schemeClr val="accent1"/>
                </a:solidFill>
                <a:latin typeface="Corbel"/>
              </a:rPr>
              <a:t>Fifth level</a:t>
            </a:r>
            <a:endParaRPr b="0" lang="en-US" sz="20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body"/>
          </p:nvPr>
        </p:nvSpPr>
        <p:spPr>
          <a:xfrm>
            <a:off x="1143000" y="2834640"/>
            <a:ext cx="3931560" cy="301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chemeClr val="accent1"/>
                </a:solidFill>
                <a:latin typeface="Corbel"/>
              </a:rPr>
              <a:t>Click to edit Master text styles</a:t>
            </a:r>
            <a:endParaRPr b="0" lang="en-US" sz="17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28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accent1"/>
                </a:solidFill>
                <a:latin typeface="Corbel"/>
              </a:rPr>
              <a:t>&lt;日付/時刻&gt;</a:t>
            </a:r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29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0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A9A808-E204-43C2-B159-1A750A0F3C88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560" cy="173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000" spc="-1" strike="noStrike">
                <a:solidFill>
                  <a:schemeClr val="accent1"/>
                </a:solidFill>
                <a:latin typeface="Corbel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5413320" y="1069920"/>
            <a:ext cx="6098760" cy="4800240"/>
          </a:xfrm>
          <a:prstGeom prst="rect">
            <a:avLst/>
          </a:prstGeom>
          <a:noFill/>
          <a:ln w="0">
            <a:noFill/>
          </a:ln>
        </p:spPr>
        <p:txBody>
          <a:bodyPr lIns="274320" rIns="90000" tIns="18288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2800" spc="-1" strike="noStrike">
                <a:solidFill>
                  <a:schemeClr val="accent1"/>
                </a:solidFill>
                <a:latin typeface="Corbel"/>
              </a:rPr>
              <a:t>クリックしてアウトラインのテキストを編集</a:t>
            </a:r>
            <a:endParaRPr b="0" lang="en-US" sz="2800" spc="-1" strike="noStrike">
              <a:solidFill>
                <a:schemeClr val="accent1"/>
              </a:solidFill>
              <a:latin typeface="Corbe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accent1"/>
                </a:solidFill>
                <a:latin typeface="Corbel"/>
              </a:rPr>
              <a:t>2</a:t>
            </a:r>
            <a:r>
              <a:rPr b="0" lang="ja-JP" sz="2800" spc="-1" strike="noStrike">
                <a:solidFill>
                  <a:schemeClr val="accent1"/>
                </a:solidFill>
                <a:latin typeface="Corbel"/>
              </a:rPr>
              <a:t>レベル目のアウトライン</a:t>
            </a:r>
            <a:endParaRPr b="0" lang="en-US" sz="2800" spc="-1" strike="noStrike">
              <a:solidFill>
                <a:schemeClr val="accent1"/>
              </a:solidFill>
              <a:latin typeface="Corbe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accent1"/>
                </a:solidFill>
                <a:latin typeface="Corbel"/>
              </a:rPr>
              <a:t>3</a:t>
            </a:r>
            <a:r>
              <a:rPr b="0" lang="ja-JP" sz="2800" spc="-1" strike="noStrike">
                <a:solidFill>
                  <a:schemeClr val="accent1"/>
                </a:solidFill>
                <a:latin typeface="Corbel"/>
              </a:rPr>
              <a:t>レベル目のアウトライン</a:t>
            </a:r>
            <a:endParaRPr b="0" lang="en-US" sz="2800" spc="-1" strike="noStrike">
              <a:solidFill>
                <a:schemeClr val="accent1"/>
              </a:solidFill>
              <a:latin typeface="Corbe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accent1"/>
                </a:solidFill>
                <a:latin typeface="Corbel"/>
              </a:rPr>
              <a:t>4</a:t>
            </a:r>
            <a:r>
              <a:rPr b="0" lang="ja-JP" sz="2800" spc="-1" strike="noStrike">
                <a:solidFill>
                  <a:schemeClr val="accent1"/>
                </a:solidFill>
                <a:latin typeface="Corbel"/>
              </a:rPr>
              <a:t>レベル目のアウトライン</a:t>
            </a:r>
            <a:endParaRPr b="0" lang="en-US" sz="2800" spc="-1" strike="noStrike">
              <a:solidFill>
                <a:schemeClr val="accent1"/>
              </a:solidFill>
              <a:latin typeface="Corbe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accent1"/>
                </a:solidFill>
                <a:latin typeface="Corbel"/>
              </a:rPr>
              <a:t>5</a:t>
            </a:r>
            <a:r>
              <a:rPr b="0" lang="ja-JP" sz="2800" spc="-1" strike="noStrike">
                <a:solidFill>
                  <a:schemeClr val="accent1"/>
                </a:solidFill>
                <a:latin typeface="Corbel"/>
              </a:rPr>
              <a:t>レベル目のアウトライン</a:t>
            </a:r>
            <a:endParaRPr b="0" lang="en-US" sz="2800" spc="-1" strike="noStrike">
              <a:solidFill>
                <a:schemeClr val="accent1"/>
              </a:solidFill>
              <a:latin typeface="Corbe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accent1"/>
                </a:solidFill>
                <a:latin typeface="Corbel"/>
              </a:rPr>
              <a:t>6</a:t>
            </a:r>
            <a:r>
              <a:rPr b="0" lang="ja-JP" sz="2800" spc="-1" strike="noStrike">
                <a:solidFill>
                  <a:schemeClr val="accent1"/>
                </a:solidFill>
                <a:latin typeface="Corbel"/>
              </a:rPr>
              <a:t>レベル目のアウトライン</a:t>
            </a:r>
            <a:endParaRPr b="0" lang="en-US" sz="2800" spc="-1" strike="noStrike">
              <a:solidFill>
                <a:schemeClr val="accent1"/>
              </a:solidFill>
              <a:latin typeface="Corbe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accent1"/>
                </a:solidFill>
                <a:latin typeface="Corbel"/>
              </a:rPr>
              <a:t>7</a:t>
            </a:r>
            <a:r>
              <a:rPr b="0" lang="ja-JP" sz="2800" spc="-1" strike="noStrike">
                <a:solidFill>
                  <a:schemeClr val="accent1"/>
                </a:solidFill>
                <a:latin typeface="Corbel"/>
              </a:rPr>
              <a:t>レベル目のアウトライン</a:t>
            </a:r>
            <a:endParaRPr b="0" lang="en-US" sz="28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body"/>
          </p:nvPr>
        </p:nvSpPr>
        <p:spPr>
          <a:xfrm>
            <a:off x="1143000" y="2834640"/>
            <a:ext cx="3931560" cy="288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chemeClr val="accent1"/>
                </a:solidFill>
                <a:latin typeface="Corbel"/>
              </a:rPr>
              <a:t>Click to edit Master text styles</a:t>
            </a:r>
            <a:endParaRPr b="0" lang="en-US" sz="17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dt" idx="31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accent1"/>
                </a:solidFill>
                <a:latin typeface="Corbel"/>
              </a:rPr>
              <a:t>&lt;日付/時刻&gt;</a:t>
            </a:r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ftr" idx="32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79" name="PlaceHolder 6"/>
          <p:cNvSpPr>
            <a:spLocks noGrp="1"/>
          </p:cNvSpPr>
          <p:nvPr>
            <p:ph type="sldNum" idx="33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C3ED8B-9B18-47DF-BC4C-DD6773454729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109880" y="882360"/>
            <a:ext cx="9966600" cy="292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85000"/>
              </a:lnSpc>
              <a:buNone/>
            </a:pPr>
            <a:r>
              <a:rPr b="1" lang="ja-JP" sz="8800" spc="-1" strike="noStrike" cap="all">
                <a:solidFill>
                  <a:srgbClr val="ffffff"/>
                </a:solidFill>
                <a:latin typeface="Corbel"/>
                <a:ea typeface="游ゴシック Light"/>
              </a:rPr>
              <a:t>企画書</a:t>
            </a:r>
            <a:endParaRPr b="0" lang="en-US" sz="88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ubTitle"/>
          </p:nvPr>
        </p:nvSpPr>
        <p:spPr>
          <a:xfrm>
            <a:off x="1523880" y="3760200"/>
            <a:ext cx="9963000" cy="16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800" spc="-1" strike="noStrike">
                <a:solidFill>
                  <a:srgbClr val="ffffff"/>
                </a:solidFill>
                <a:latin typeface="Corbel"/>
                <a:ea typeface="游ゴシック"/>
              </a:rPr>
              <a:t>目標 </a:t>
            </a:r>
            <a:r>
              <a:rPr b="1" lang="en-US" sz="2800" spc="-1" strike="noStrike">
                <a:solidFill>
                  <a:srgbClr val="ffffff"/>
                </a:solidFill>
                <a:latin typeface="Corbel"/>
                <a:ea typeface="游ゴシック"/>
              </a:rPr>
              <a:t>: </a:t>
            </a:r>
            <a:r>
              <a:rPr b="1" lang="ja-JP" sz="2800" spc="-1" strike="noStrike">
                <a:solidFill>
                  <a:srgbClr val="ffffff"/>
                </a:solidFill>
                <a:latin typeface="Corbel"/>
                <a:ea typeface="游ゴシック"/>
              </a:rPr>
              <a:t>格ゲーと動物を組み合わせたゲームを作る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orbel"/>
                <a:ea typeface="游ゴシック"/>
              </a:rPr>
              <a:t>※</a:t>
            </a:r>
            <a:r>
              <a:rPr b="1" lang="ja-JP" sz="2800" spc="-1" strike="noStrike">
                <a:solidFill>
                  <a:srgbClr val="ffffff"/>
                </a:solidFill>
                <a:latin typeface="Corbel"/>
                <a:ea typeface="游ゴシック"/>
              </a:rPr>
              <a:t>参考にするゲーム </a:t>
            </a:r>
            <a:r>
              <a:rPr b="1" lang="en-US" sz="2800" spc="-1" strike="noStrike">
                <a:solidFill>
                  <a:srgbClr val="ffffff"/>
                </a:solidFill>
                <a:latin typeface="Corbel"/>
                <a:ea typeface="游ゴシック"/>
              </a:rPr>
              <a:t>:</a:t>
            </a:r>
            <a:r>
              <a:rPr b="1" lang="en-US" sz="2800" spc="-1" strike="noStrike">
                <a:solidFill>
                  <a:srgbClr val="ff0000"/>
                </a:solidFill>
                <a:latin typeface="Corbel"/>
                <a:ea typeface="游ゴシック"/>
              </a:rPr>
              <a:t> </a:t>
            </a:r>
            <a:r>
              <a:rPr b="1" lang="ja-JP" sz="2800" spc="-1" strike="noStrike">
                <a:solidFill>
                  <a:srgbClr val="ff0000"/>
                </a:solidFill>
                <a:latin typeface="Corbel"/>
                <a:ea typeface="游ゴシック"/>
              </a:rPr>
              <a:t>ストリートファイター</a:t>
            </a:r>
            <a:r>
              <a:rPr b="1" lang="en-US" sz="2800" spc="-1" strike="noStrike">
                <a:solidFill>
                  <a:srgbClr val="ff0000"/>
                </a:solidFill>
                <a:latin typeface="Corbel"/>
                <a:ea typeface="游ゴシック"/>
              </a:rPr>
              <a:t>6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ja-JP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基本方針</a:t>
            </a:r>
            <a:endParaRPr b="0" lang="en-US" sz="72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83" name="テキスト ボックス 3"/>
          <p:cNvSpPr/>
          <p:nvPr/>
        </p:nvSpPr>
        <p:spPr>
          <a:xfrm>
            <a:off x="1477800" y="1944720"/>
            <a:ext cx="971496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タイトル名 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:  </a:t>
            </a:r>
            <a:r>
              <a:rPr b="0" lang="en-US" sz="3600" spc="-1" strike="noStrike" u="sng">
                <a:solidFill>
                  <a:schemeClr val="dk1"/>
                </a:solidFill>
                <a:uFillTx/>
                <a:latin typeface="Corbel"/>
                <a:ea typeface="游ゴシック"/>
              </a:rPr>
              <a:t>Animal Fighter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ジャンル 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: 3D</a:t>
            </a: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格闘ゲーム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(</a:t>
            </a: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オンライン実装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開発期間 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: </a:t>
            </a: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約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4</a:t>
            </a: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カ月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(</a:t>
            </a:r>
            <a:r>
              <a:rPr b="0" lang="en-US" sz="3200" spc="-1" strike="noStrike">
                <a:solidFill>
                  <a:schemeClr val="dk1"/>
                </a:solidFill>
                <a:latin typeface="Corbel"/>
                <a:ea typeface="游ゴシック"/>
              </a:rPr>
              <a:t> 10</a:t>
            </a:r>
            <a:r>
              <a:rPr b="0" lang="ja-JP" sz="3200" spc="-1" strike="noStrike">
                <a:solidFill>
                  <a:schemeClr val="dk1"/>
                </a:solidFill>
                <a:latin typeface="Corbel"/>
                <a:ea typeface="游ゴシック"/>
              </a:rPr>
              <a:t>月 </a:t>
            </a:r>
            <a:r>
              <a:rPr b="0" lang="en-US" sz="3200" spc="-1" strike="noStrike">
                <a:solidFill>
                  <a:schemeClr val="dk1"/>
                </a:solidFill>
                <a:latin typeface="Corbel"/>
                <a:ea typeface="游ゴシック"/>
              </a:rPr>
              <a:t>1</a:t>
            </a:r>
            <a:r>
              <a:rPr b="0" lang="ja-JP" sz="3200" spc="-1" strike="noStrike">
                <a:solidFill>
                  <a:schemeClr val="dk1"/>
                </a:solidFill>
                <a:latin typeface="Corbel"/>
                <a:ea typeface="游ゴシック"/>
              </a:rPr>
              <a:t>日 ～ </a:t>
            </a:r>
            <a:r>
              <a:rPr b="0" lang="en-US" sz="3200" spc="-1" strike="noStrike">
                <a:solidFill>
                  <a:schemeClr val="dk1"/>
                </a:solidFill>
                <a:latin typeface="Corbel"/>
                <a:ea typeface="游ゴシック"/>
              </a:rPr>
              <a:t>1 </a:t>
            </a:r>
            <a:r>
              <a:rPr b="0" lang="ja-JP" sz="3200" spc="-1" strike="noStrike">
                <a:solidFill>
                  <a:schemeClr val="dk1"/>
                </a:solidFill>
                <a:latin typeface="Corbel"/>
                <a:ea typeface="游ゴシック"/>
              </a:rPr>
              <a:t>月中旬予定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開発エンジン 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: Unity6000.4.2f1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使用する技術 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: Photon(</a:t>
            </a: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ネットワーク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)​</a:t>
            </a:r>
            <a:br>
              <a:rPr sz="3600"/>
            </a:b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バージョン管理 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: GitHub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ja-JP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概要</a:t>
            </a:r>
            <a:endParaRPr b="0" lang="en-US" sz="72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85" name="テキスト ボックス 3"/>
          <p:cNvSpPr/>
          <p:nvPr/>
        </p:nvSpPr>
        <p:spPr>
          <a:xfrm>
            <a:off x="2002680" y="1594080"/>
            <a:ext cx="10384560" cy="27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4400" spc="-1" strike="noStrike">
                <a:solidFill>
                  <a:schemeClr val="dk1"/>
                </a:solidFill>
                <a:latin typeface="Corbel"/>
                <a:ea typeface="游ゴシック"/>
              </a:rPr>
              <a:t>●</a:t>
            </a:r>
            <a:r>
              <a:rPr b="1" lang="ja-JP" sz="4400" spc="-1" strike="noStrike">
                <a:solidFill>
                  <a:schemeClr val="dk1"/>
                </a:solidFill>
                <a:latin typeface="Corbel"/>
                <a:ea typeface="游ゴシック"/>
              </a:rPr>
              <a:t>テーマ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ja-JP" sz="4400" spc="-1" strike="noStrike">
                <a:solidFill>
                  <a:schemeClr val="dk1"/>
                </a:solidFill>
                <a:latin typeface="Corbel"/>
                <a:ea typeface="游ゴシック"/>
              </a:rPr>
              <a:t>　</a:t>
            </a:r>
            <a:r>
              <a:rPr b="1" lang="ja-JP" sz="8800" spc="-1" strike="noStrike">
                <a:solidFill>
                  <a:srgbClr val="ff0000"/>
                </a:solidFill>
                <a:latin typeface="Corbel"/>
                <a:ea typeface="游ゴシック"/>
              </a:rPr>
              <a:t>格闘</a:t>
            </a:r>
            <a:r>
              <a:rPr b="1" lang="ja-JP" sz="8800" spc="-1" strike="noStrike">
                <a:solidFill>
                  <a:schemeClr val="dk1"/>
                </a:solidFill>
                <a:latin typeface="Corbel"/>
                <a:ea typeface="游ゴシック"/>
              </a:rPr>
              <a:t>　✖　</a:t>
            </a:r>
            <a:r>
              <a:rPr b="1" lang="ja-JP" sz="8800" spc="-1" strike="noStrike">
                <a:solidFill>
                  <a:schemeClr val="accent3">
                    <a:lumMod val="40000"/>
                    <a:lumOff val="60000"/>
                  </a:schemeClr>
                </a:solidFill>
                <a:latin typeface="Corbel"/>
                <a:ea typeface="游ゴシック"/>
              </a:rPr>
              <a:t>動物</a:t>
            </a:r>
            <a:r>
              <a:rPr b="1" lang="ja-JP" sz="6000" spc="-1" strike="noStrike">
                <a:solidFill>
                  <a:schemeClr val="dk1"/>
                </a:solidFill>
                <a:latin typeface="Corbel"/>
                <a:ea typeface="游ゴシック"/>
              </a:rPr>
              <a:t>　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テキスト ボックス 2"/>
          <p:cNvSpPr/>
          <p:nvPr/>
        </p:nvSpPr>
        <p:spPr>
          <a:xfrm>
            <a:off x="2006640" y="4397040"/>
            <a:ext cx="9630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b="1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動物</a:t>
            </a:r>
            <a:r>
              <a:rPr b="1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(</a:t>
            </a:r>
            <a:r>
              <a:rPr b="1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擬人化</a:t>
            </a:r>
            <a:r>
              <a:rPr b="1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)</a:t>
            </a:r>
            <a:r>
              <a:rPr b="1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をプレイヤーとして戦わせる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ja-JP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入れる要素</a:t>
            </a:r>
            <a:endParaRPr b="0" lang="en-US" sz="72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838080" y="1764720"/>
            <a:ext cx="11703960" cy="441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・格ゲーにあらかじめある要素はできる限り実装する</a:t>
            </a:r>
            <a:endParaRPr b="0" lang="en-US" sz="3200" spc="-1" strike="noStrike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※</a:t>
            </a: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掴み実装しない</a:t>
            </a:r>
            <a:endParaRPr b="0" lang="en-US" sz="3200" spc="-1" strike="noStrike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キャラクターは</a:t>
            </a:r>
            <a:r>
              <a:rPr b="1" lang="en-US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2</a:t>
            </a: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体を想定</a:t>
            </a:r>
            <a:r>
              <a:rPr b="1" lang="en-US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(</a:t>
            </a: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時間次第ではもっと増えるかも</a:t>
            </a:r>
            <a:r>
              <a:rPr b="1" lang="en-US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)</a:t>
            </a:r>
            <a:endParaRPr b="0" lang="en-US" sz="3200" spc="-1" strike="noStrike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操作は「クラシック」と「モダン」の</a:t>
            </a:r>
            <a:r>
              <a:rPr b="1" lang="en-US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2</a:t>
            </a: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タイプを想定する</a:t>
            </a:r>
            <a:endParaRPr b="0" lang="en-US" sz="3200" spc="-1" strike="noStrike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※</a:t>
            </a: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キーボードも対応させる</a:t>
            </a:r>
            <a:endParaRPr b="0" lang="en-US" sz="3200" spc="-1" strike="noStrike">
              <a:solidFill>
                <a:schemeClr val="accent1"/>
              </a:solidFill>
              <a:latin typeface="Corbe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ja-JP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ゲームフロー</a:t>
            </a:r>
            <a:endParaRPr b="0" lang="en-US" sz="72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90" name="四角形: 角を丸くする 3"/>
          <p:cNvSpPr/>
          <p:nvPr/>
        </p:nvSpPr>
        <p:spPr>
          <a:xfrm>
            <a:off x="465840" y="2868120"/>
            <a:ext cx="2189520" cy="9806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48501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ja-JP" sz="1800" spc="-1" strike="noStrike">
                <a:solidFill>
                  <a:schemeClr val="lt1"/>
                </a:solidFill>
                <a:latin typeface="Corbel"/>
                <a:ea typeface="游ゴシック"/>
              </a:rPr>
              <a:t>タイトル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矢印: 右 4"/>
          <p:cNvSpPr/>
          <p:nvPr/>
        </p:nvSpPr>
        <p:spPr>
          <a:xfrm>
            <a:off x="2862360" y="2999160"/>
            <a:ext cx="781200" cy="72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a6b727"/>
          </a:solidFill>
          <a:ln>
            <a:solidFill>
              <a:srgbClr val="48501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orbel"/>
            </a:endParaRPr>
          </a:p>
        </p:txBody>
      </p:sp>
      <p:sp>
        <p:nvSpPr>
          <p:cNvPr id="92" name="四角形: 角を丸くする 5"/>
          <p:cNvSpPr/>
          <p:nvPr/>
        </p:nvSpPr>
        <p:spPr>
          <a:xfrm>
            <a:off x="3904920" y="2868120"/>
            <a:ext cx="2189520" cy="9806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48501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ja-JP" sz="1800" spc="-1" strike="noStrike">
                <a:solidFill>
                  <a:schemeClr val="lt1"/>
                </a:solidFill>
                <a:latin typeface="Corbel"/>
                <a:ea typeface="游ゴシック"/>
              </a:rPr>
              <a:t>メニュー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矢印: 右 6"/>
          <p:cNvSpPr/>
          <p:nvPr/>
        </p:nvSpPr>
        <p:spPr>
          <a:xfrm>
            <a:off x="6537240" y="2998080"/>
            <a:ext cx="781200" cy="72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a6b727"/>
          </a:solidFill>
          <a:ln>
            <a:solidFill>
              <a:srgbClr val="48501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orbel"/>
            </a:endParaRPr>
          </a:p>
        </p:txBody>
      </p:sp>
      <p:sp>
        <p:nvSpPr>
          <p:cNvPr id="94" name="四角形: 角を丸くする 7"/>
          <p:cNvSpPr/>
          <p:nvPr/>
        </p:nvSpPr>
        <p:spPr>
          <a:xfrm>
            <a:off x="7676640" y="2868120"/>
            <a:ext cx="2189520" cy="9806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48501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ja-JP" sz="1800" spc="-1" strike="noStrike">
                <a:solidFill>
                  <a:schemeClr val="lt1"/>
                </a:solidFill>
                <a:latin typeface="Corbel"/>
                <a:ea typeface="游ゴシック"/>
              </a:rPr>
              <a:t>キャラ選択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矢印: 右 8"/>
          <p:cNvSpPr/>
          <p:nvPr/>
        </p:nvSpPr>
        <p:spPr>
          <a:xfrm rot="5400000">
            <a:off x="8383320" y="4076280"/>
            <a:ext cx="781200" cy="72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a6b727"/>
          </a:solidFill>
          <a:ln>
            <a:solidFill>
              <a:srgbClr val="48501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orbel"/>
            </a:endParaRPr>
          </a:p>
        </p:txBody>
      </p:sp>
      <p:sp>
        <p:nvSpPr>
          <p:cNvPr id="96" name="四角形: 角を丸くする 9"/>
          <p:cNvSpPr/>
          <p:nvPr/>
        </p:nvSpPr>
        <p:spPr>
          <a:xfrm>
            <a:off x="7676640" y="5265000"/>
            <a:ext cx="2189520" cy="9806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48501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ja-JP" sz="1800" spc="-1" strike="noStrike">
                <a:solidFill>
                  <a:schemeClr val="lt1"/>
                </a:solidFill>
                <a:latin typeface="Corbel"/>
                <a:ea typeface="游ゴシック"/>
              </a:rPr>
              <a:t>ゲームプレイ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1157040" y="24516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1831"/>
          </a:bodyPr>
          <a:p>
            <a:pPr indent="0" defTabSz="914400">
              <a:lnSpc>
                <a:spcPct val="90000"/>
              </a:lnSpc>
              <a:buNone/>
            </a:pPr>
            <a:r>
              <a:rPr b="1" lang="ja-JP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ゲーム操作</a:t>
            </a:r>
            <a:r>
              <a:rPr b="1" lang="en-US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(</a:t>
            </a:r>
            <a:r>
              <a:rPr b="1" lang="ja-JP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ゲームパッド</a:t>
            </a:r>
            <a:r>
              <a:rPr b="1" lang="en-US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)</a:t>
            </a:r>
            <a:endParaRPr b="0" lang="en-US" sz="7200" spc="-1" strike="noStrike">
              <a:solidFill>
                <a:schemeClr val="dk1"/>
              </a:solidFill>
              <a:latin typeface="Corbel"/>
            </a:endParaRPr>
          </a:p>
        </p:txBody>
      </p:sp>
      <p:pic>
        <p:nvPicPr>
          <p:cNvPr id="98" name="Picture 4" descr=""/>
          <p:cNvPicPr/>
          <p:nvPr/>
        </p:nvPicPr>
        <p:blipFill>
          <a:blip r:embed="rId1"/>
          <a:stretch/>
        </p:blipFill>
        <p:spPr>
          <a:xfrm>
            <a:off x="1814760" y="1611360"/>
            <a:ext cx="8562240" cy="4527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397800" y="271080"/>
            <a:ext cx="1159056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ja-JP" sz="4400" spc="-1" strike="noStrike">
                <a:solidFill>
                  <a:schemeClr val="accent1"/>
                </a:solidFill>
                <a:latin typeface="Corbel"/>
              </a:rPr>
              <a:t>・ハブ空間の実装</a:t>
            </a:r>
            <a:r>
              <a:rPr b="0" lang="en-US" sz="4400" spc="-1" strike="noStrike">
                <a:solidFill>
                  <a:schemeClr val="accent1"/>
                </a:solidFill>
                <a:latin typeface="Corbel"/>
              </a:rPr>
              <a:t>(</a:t>
            </a:r>
            <a:r>
              <a:rPr b="0" lang="ja-JP" sz="4400" spc="-1" strike="noStrike">
                <a:solidFill>
                  <a:schemeClr val="accent1"/>
                </a:solidFill>
                <a:latin typeface="Corbel"/>
              </a:rPr>
              <a:t>参考 </a:t>
            </a:r>
            <a:r>
              <a:rPr b="0" lang="en-US" sz="4400" spc="-1" strike="noStrike">
                <a:solidFill>
                  <a:schemeClr val="accent1"/>
                </a:solidFill>
                <a:latin typeface="Corbel"/>
              </a:rPr>
              <a:t>: </a:t>
            </a:r>
            <a:r>
              <a:rPr b="0" lang="ja-JP" sz="4400" spc="-1" strike="noStrike">
                <a:solidFill>
                  <a:schemeClr val="accent1"/>
                </a:solidFill>
                <a:latin typeface="Corbel"/>
              </a:rPr>
              <a:t>スト</a:t>
            </a:r>
            <a:r>
              <a:rPr b="0" lang="en-US" sz="4400" spc="-1" strike="noStrike">
                <a:solidFill>
                  <a:schemeClr val="accent1"/>
                </a:solidFill>
                <a:latin typeface="Corbel"/>
              </a:rPr>
              <a:t>6</a:t>
            </a:r>
            <a:r>
              <a:rPr b="0" lang="ja-JP" sz="4400" spc="-1" strike="noStrike">
                <a:solidFill>
                  <a:schemeClr val="accent1"/>
                </a:solidFill>
                <a:latin typeface="Corbel"/>
              </a:rPr>
              <a:t>のバトルハブ</a:t>
            </a:r>
            <a:r>
              <a:rPr b="0" lang="en-US" sz="4400" spc="-1" strike="noStrike">
                <a:solidFill>
                  <a:schemeClr val="accent1"/>
                </a:solidFill>
                <a:latin typeface="Corbel"/>
              </a:rPr>
              <a:t>)</a:t>
            </a:r>
            <a:endParaRPr b="0" lang="en-US" sz="4400" spc="-1" strike="noStrike">
              <a:solidFill>
                <a:schemeClr val="dk1"/>
              </a:solidFill>
              <a:latin typeface="Corbe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1143000" y="2057400"/>
            <a:ext cx="9872640" cy="40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0012"/>
          </a:bodyPr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・ハブ形式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: 3D</a:t>
            </a: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ゲームセンター型オンラインハブ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・ネットワーク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: Photon Fusion2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1</a:t>
            </a: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ルームの最大人数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: 8</a:t>
            </a: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人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・公開ルーム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: Public Server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・プライベートルーム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: Private Server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 オフライン ローカルでハブに入場可能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・筐体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: </a:t>
            </a: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チュートリアル・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CPU</a:t>
            </a: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戦から開始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・プレイヤー表示・頭上の名前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・将来的な拡張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: </a:t>
            </a: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プレイヤー同士の筐体対戦・チャット</a:t>
            </a: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endParaRPr b="0" lang="en-US" sz="2200" spc="-1" strike="noStrike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560000" y="2235240"/>
            <a:ext cx="4680000" cy="644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▼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参照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ストリートファイター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" name="" descr=""/>
          <p:cNvPicPr/>
          <p:nvPr/>
        </p:nvPicPr>
        <p:blipFill>
          <a:blip r:embed="rId1"/>
          <a:stretch/>
        </p:blipFill>
        <p:spPr>
          <a:xfrm>
            <a:off x="7560000" y="2880000"/>
            <a:ext cx="3780000" cy="234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PDF_Converter/1.0.0.0$Windows_X86_64 LibreOffice_project/</Application>
  <AppVersion>15.0000</AppVersion>
  <Words>231</Words>
  <Paragraphs>38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2026-09-28T02:36:21Z</dcterms:created>
  <dc:creator/>
  <dc:description/>
  <dc:language>ja-JP</dc:language>
  <cp:lastModifiedBy/>
  <dcterms:modified xsi:type="dcterms:W3CDTF">2026-10-19T20:25:21Z</dcterms:modified>
  <cp:revision>207</cp:revision>
  <dc:subject/>
  <dc:title>企画書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ワイド画面</vt:lpwstr>
  </property>
  <property fmtid="{D5CDD505-2E9C-101B-9397-08002B2CF9AE}" pid="3" name="Slides">
    <vt:i4>7</vt:i4>
  </property>
</Properties>
</file>