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media/image1.jpeg" ContentType="image/jpe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4800" cy="13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1143000" y="2057400"/>
            <a:ext cx="9872280" cy="403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A4D16CF-5FB9-4AD4-9661-CA3996A9BA3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27CC0DA-D091-48B5-8BC9-5885C7CE6CB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2BC8534-8BFE-4E17-AF93-A30F9E7DC96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4800" cy="13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1143000" y="2057400"/>
            <a:ext cx="9872280" cy="403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83A3E1A-9D9F-40FA-B059-15E8EC2F6CC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7E79118-6AA5-4180-A608-8951762DD65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4800" cy="13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1143000" y="2057400"/>
            <a:ext cx="4817520" cy="403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/>
          </p:nvPr>
        </p:nvSpPr>
        <p:spPr>
          <a:xfrm>
            <a:off x="6201720" y="2057400"/>
            <a:ext cx="4817520" cy="403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117B8D0-A2CC-44FF-BF57-70A46B98512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97D2395-72A8-493C-A2C5-8629C0B6AFA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4800" cy="13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D5350FF-2145-40DF-B6DC-06EB5B09FCC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B9C8651-EE67-414C-823C-87F00F08DC0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C280B2E-D9DC-4CBB-89DF-03770CF106D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6D9FC80-FE31-4B11-9051-C3FFAFBA5AB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ja-JP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6"/>
          <p:cNvSpPr/>
          <p:nvPr/>
        </p:nvSpPr>
        <p:spPr>
          <a:xfrm>
            <a:off x="231120" y="243720"/>
            <a:ext cx="11723760" cy="63770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Rectangle 6"/>
          <p:cNvSpPr/>
          <p:nvPr/>
        </p:nvSpPr>
        <p:spPr>
          <a:xfrm>
            <a:off x="231120" y="243720"/>
            <a:ext cx="11723760" cy="63770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" name="Straight Connector 7"/>
          <p:cNvCxnSpPr/>
          <p:nvPr/>
        </p:nvCxnSpPr>
        <p:spPr>
          <a:xfrm>
            <a:off x="1978560" y="3733560"/>
            <a:ext cx="8230320" cy="720"/>
          </a:xfrm>
          <a:prstGeom prst="straightConnector1">
            <a:avLst/>
          </a:prstGeom>
          <a:ln w="0">
            <a:solidFill>
              <a:srgbClr val="ffffff"/>
            </a:solidFill>
          </a:ln>
        </p:spPr>
      </p:cxn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4800" cy="13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クリックしてタイトルテキストを編集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3949200" y="6223680"/>
            <a:ext cx="4717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sldNum" idx="2"/>
          </p:nvPr>
        </p:nvSpPr>
        <p:spPr>
          <a:xfrm>
            <a:off x="9329400" y="6223680"/>
            <a:ext cx="17053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47E0CFC-A317-4C09-A5E4-677334BA956E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3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dt" idx="3"/>
          </p:nvPr>
        </p:nvSpPr>
        <p:spPr>
          <a:xfrm>
            <a:off x="1143000" y="6223680"/>
            <a:ext cx="2328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3200" spc="-1" strike="noStrike">
                <a:solidFill>
                  <a:srgbClr val="000000"/>
                </a:solidFill>
                <a:latin typeface="Arial"/>
              </a:rPr>
              <a:t>クリックしてアウトラインのテキストを編集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2</a:t>
            </a:r>
            <a:r>
              <a:rPr b="0" lang="ja-JP" sz="2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3</a:t>
            </a:r>
            <a:r>
              <a:rPr b="0" lang="ja-JP" sz="24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4</a:t>
            </a:r>
            <a:r>
              <a:rPr b="0" lang="ja-JP" sz="20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5</a:t>
            </a:r>
            <a:r>
              <a:rPr b="0" lang="ja-JP" sz="20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6</a:t>
            </a:r>
            <a:r>
              <a:rPr b="0" lang="ja-JP" sz="20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7</a:t>
            </a:r>
            <a:r>
              <a:rPr b="0" lang="ja-JP" sz="20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6"/>
          <p:cNvSpPr/>
          <p:nvPr/>
        </p:nvSpPr>
        <p:spPr>
          <a:xfrm>
            <a:off x="231120" y="243720"/>
            <a:ext cx="11723760" cy="63770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1"/>
          <p:cNvSpPr>
            <a:spLocks noGrp="1"/>
          </p:cNvSpPr>
          <p:nvPr>
            <p:ph type="ftr" idx="4"/>
          </p:nvPr>
        </p:nvSpPr>
        <p:spPr>
          <a:xfrm>
            <a:off x="3949200" y="6223680"/>
            <a:ext cx="4717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ldNum" idx="5"/>
          </p:nvPr>
        </p:nvSpPr>
        <p:spPr>
          <a:xfrm>
            <a:off x="9329400" y="6223680"/>
            <a:ext cx="17053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C28478-CE5B-4942-8812-93126EBC69CF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6"/>
          </p:nvPr>
        </p:nvSpPr>
        <p:spPr>
          <a:xfrm>
            <a:off x="1143000" y="6223680"/>
            <a:ext cx="2328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&lt;日付/時刻&gt;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6"/>
          <p:cNvSpPr/>
          <p:nvPr/>
        </p:nvSpPr>
        <p:spPr>
          <a:xfrm>
            <a:off x="231120" y="243720"/>
            <a:ext cx="11723760" cy="63770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ftr" idx="7"/>
          </p:nvPr>
        </p:nvSpPr>
        <p:spPr>
          <a:xfrm>
            <a:off x="3949200" y="6223680"/>
            <a:ext cx="4717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ldNum" idx="8"/>
          </p:nvPr>
        </p:nvSpPr>
        <p:spPr>
          <a:xfrm>
            <a:off x="9329400" y="6223680"/>
            <a:ext cx="17053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F0B257E-39FD-4E4A-A190-D5655867D095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9"/>
          </p:nvPr>
        </p:nvSpPr>
        <p:spPr>
          <a:xfrm>
            <a:off x="1143000" y="6223680"/>
            <a:ext cx="2328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&lt;日付/時刻&gt;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6"/>
          <p:cNvSpPr/>
          <p:nvPr/>
        </p:nvSpPr>
        <p:spPr>
          <a:xfrm>
            <a:off x="231120" y="243720"/>
            <a:ext cx="11723760" cy="63770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4800" cy="13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クリックしてタイトルテキストを編集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1143000" y="2057400"/>
            <a:ext cx="9872280" cy="403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クリックしてアウトラインのテキストを編集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2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3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4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5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6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7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0"/>
          </p:nvPr>
        </p:nvSpPr>
        <p:spPr>
          <a:xfrm>
            <a:off x="3949200" y="6223680"/>
            <a:ext cx="4717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1"/>
          </p:nvPr>
        </p:nvSpPr>
        <p:spPr>
          <a:xfrm>
            <a:off x="9329400" y="6223680"/>
            <a:ext cx="17053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EB1CDF-BA47-4E9B-A47A-79F052A76446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dt" idx="12"/>
          </p:nvPr>
        </p:nvSpPr>
        <p:spPr>
          <a:xfrm>
            <a:off x="1143000" y="6223680"/>
            <a:ext cx="2328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&lt;日付/時刻&gt;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6"/>
          <p:cNvSpPr/>
          <p:nvPr/>
        </p:nvSpPr>
        <p:spPr>
          <a:xfrm>
            <a:off x="231120" y="243720"/>
            <a:ext cx="11723760" cy="63770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7" name="Straight Connector 6"/>
          <p:cNvCxnSpPr/>
          <p:nvPr/>
        </p:nvCxnSpPr>
        <p:spPr>
          <a:xfrm>
            <a:off x="1981080" y="4020120"/>
            <a:ext cx="8230320" cy="720"/>
          </a:xfrm>
          <a:prstGeom prst="straightConnector1">
            <a:avLst/>
          </a:prstGeom>
          <a:ln w="0">
            <a:solidFill>
              <a:srgbClr val="a6b727"/>
            </a:solidFill>
          </a:ln>
        </p:spPr>
      </p:cxnSp>
      <p:sp>
        <p:nvSpPr>
          <p:cNvPr id="28" name="PlaceHolder 1"/>
          <p:cNvSpPr>
            <a:spLocks noGrp="1"/>
          </p:cNvSpPr>
          <p:nvPr>
            <p:ph type="ftr" idx="13"/>
          </p:nvPr>
        </p:nvSpPr>
        <p:spPr>
          <a:xfrm>
            <a:off x="3949200" y="6223680"/>
            <a:ext cx="4717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14"/>
          </p:nvPr>
        </p:nvSpPr>
        <p:spPr>
          <a:xfrm>
            <a:off x="9329400" y="6223680"/>
            <a:ext cx="17053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67AB61-F69A-4D08-90D1-7B306CCC9CD2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5"/>
          </p:nvPr>
        </p:nvSpPr>
        <p:spPr>
          <a:xfrm>
            <a:off x="1143000" y="6223680"/>
            <a:ext cx="2328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&lt;日付/時刻&gt;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6"/>
          <p:cNvSpPr/>
          <p:nvPr/>
        </p:nvSpPr>
        <p:spPr>
          <a:xfrm>
            <a:off x="231120" y="243720"/>
            <a:ext cx="11723760" cy="63770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4800" cy="13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クリックしてタイトルテキストを編集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1143000" y="2057400"/>
            <a:ext cx="4817160" cy="403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222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クリックしてアウトラインのテキストを編集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2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3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4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5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6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7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6201720" y="2057400"/>
            <a:ext cx="4817160" cy="403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222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クリックしてアウトラインのテキストを編集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2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3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4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5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6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7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レベル目のアウトライン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ftr" idx="16"/>
          </p:nvPr>
        </p:nvSpPr>
        <p:spPr>
          <a:xfrm>
            <a:off x="3949200" y="6223680"/>
            <a:ext cx="4717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sldNum" idx="17"/>
          </p:nvPr>
        </p:nvSpPr>
        <p:spPr>
          <a:xfrm>
            <a:off x="9329400" y="6223680"/>
            <a:ext cx="17053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891BB0-0EE4-4C44-B756-97BE1BDCFEE7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8"/>
          </p:nvPr>
        </p:nvSpPr>
        <p:spPr>
          <a:xfrm>
            <a:off x="1143000" y="6223680"/>
            <a:ext cx="2328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&lt;日付/時刻&gt;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6"/>
          <p:cNvSpPr/>
          <p:nvPr/>
        </p:nvSpPr>
        <p:spPr>
          <a:xfrm>
            <a:off x="231120" y="243720"/>
            <a:ext cx="11723760" cy="63770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ftr" idx="19"/>
          </p:nvPr>
        </p:nvSpPr>
        <p:spPr>
          <a:xfrm>
            <a:off x="3949200" y="6223680"/>
            <a:ext cx="4717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ldNum" idx="20"/>
          </p:nvPr>
        </p:nvSpPr>
        <p:spPr>
          <a:xfrm>
            <a:off x="9329400" y="6223680"/>
            <a:ext cx="17053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E994C3-07B7-4253-862D-E4F70739E0BF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dt" idx="21"/>
          </p:nvPr>
        </p:nvSpPr>
        <p:spPr>
          <a:xfrm>
            <a:off x="1143000" y="6223680"/>
            <a:ext cx="2328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&lt;日付/時刻&gt;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6"/>
          <p:cNvSpPr/>
          <p:nvPr/>
        </p:nvSpPr>
        <p:spPr>
          <a:xfrm>
            <a:off x="231120" y="243720"/>
            <a:ext cx="11723760" cy="63770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4800" cy="13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クリックしてタイトルテキストを編集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2"/>
          </p:nvPr>
        </p:nvSpPr>
        <p:spPr>
          <a:xfrm>
            <a:off x="3949200" y="6223680"/>
            <a:ext cx="4717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3"/>
          </p:nvPr>
        </p:nvSpPr>
        <p:spPr>
          <a:xfrm>
            <a:off x="9329400" y="6223680"/>
            <a:ext cx="17053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6351999-D726-4A7C-989A-224CDAAD722B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24"/>
          </p:nvPr>
        </p:nvSpPr>
        <p:spPr>
          <a:xfrm>
            <a:off x="1143000" y="6223680"/>
            <a:ext cx="2328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&lt;日付/時刻&gt;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6"/>
          <p:cNvSpPr/>
          <p:nvPr/>
        </p:nvSpPr>
        <p:spPr>
          <a:xfrm>
            <a:off x="231120" y="243720"/>
            <a:ext cx="11723760" cy="63770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1"/>
          <p:cNvSpPr>
            <a:spLocks noGrp="1"/>
          </p:cNvSpPr>
          <p:nvPr>
            <p:ph type="ftr" idx="25"/>
          </p:nvPr>
        </p:nvSpPr>
        <p:spPr>
          <a:xfrm>
            <a:off x="3949200" y="6223680"/>
            <a:ext cx="4717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sldNum" idx="26"/>
          </p:nvPr>
        </p:nvSpPr>
        <p:spPr>
          <a:xfrm>
            <a:off x="9329400" y="6223680"/>
            <a:ext cx="17053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98BA6B-CEF6-4A10-95F1-E013BF251A9E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dt" idx="27"/>
          </p:nvPr>
        </p:nvSpPr>
        <p:spPr>
          <a:xfrm>
            <a:off x="1143000" y="6223680"/>
            <a:ext cx="2328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&lt;日付/時刻&gt;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6"/>
          <p:cNvSpPr/>
          <p:nvPr/>
        </p:nvSpPr>
        <p:spPr>
          <a:xfrm>
            <a:off x="231120" y="243720"/>
            <a:ext cx="11723760" cy="63770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1"/>
          <p:cNvSpPr>
            <a:spLocks noGrp="1"/>
          </p:cNvSpPr>
          <p:nvPr>
            <p:ph type="ftr" idx="28"/>
          </p:nvPr>
        </p:nvSpPr>
        <p:spPr>
          <a:xfrm>
            <a:off x="3949200" y="6223680"/>
            <a:ext cx="4717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ldNum" idx="29"/>
          </p:nvPr>
        </p:nvSpPr>
        <p:spPr>
          <a:xfrm>
            <a:off x="9329400" y="6223680"/>
            <a:ext cx="17053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7B99CAE-6F5D-4798-A819-4F7534482F6C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0"/>
          </p:nvPr>
        </p:nvSpPr>
        <p:spPr>
          <a:xfrm>
            <a:off x="1143000" y="6223680"/>
            <a:ext cx="2328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&lt;日付/時刻&gt;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6"/>
          <p:cNvSpPr/>
          <p:nvPr/>
        </p:nvSpPr>
        <p:spPr>
          <a:xfrm>
            <a:off x="231120" y="243720"/>
            <a:ext cx="11723760" cy="63770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1"/>
          <p:cNvSpPr>
            <a:spLocks noGrp="1"/>
          </p:cNvSpPr>
          <p:nvPr>
            <p:ph type="ftr" idx="31"/>
          </p:nvPr>
        </p:nvSpPr>
        <p:spPr>
          <a:xfrm>
            <a:off x="3949200" y="6223680"/>
            <a:ext cx="4717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&lt;フッター&gt;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32"/>
          </p:nvPr>
        </p:nvSpPr>
        <p:spPr>
          <a:xfrm>
            <a:off x="9329400" y="6223680"/>
            <a:ext cx="170532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accent1"/>
                </a:solidFill>
                <a:latin typeface="Corbe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024C01-717F-454B-8FD3-7F3610DA8091}" type="slidenum">
              <a:rPr b="0" lang="en-US" sz="1200" spc="-1" strike="noStrike">
                <a:solidFill>
                  <a:schemeClr val="accent1"/>
                </a:solidFill>
                <a:latin typeface="Corbel"/>
              </a:rPr>
              <a:t>&lt;番号&gt;</a:t>
            </a:fld>
            <a:endParaRPr b="0" lang="en-US" sz="1200" spc="-1" strike="noStrike">
              <a:solidFill>
                <a:srgbClr val="000000"/>
              </a:solidFill>
              <a:latin typeface="Noto Serif JP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33"/>
          </p:nvPr>
        </p:nvSpPr>
        <p:spPr>
          <a:xfrm>
            <a:off x="1143000" y="6223680"/>
            <a:ext cx="2328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JP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JP"/>
              </a:rPr>
              <a:t>&lt;日付/時刻&gt;</a:t>
            </a:r>
            <a:endParaRPr b="0" lang="en-US" sz="1400" spc="-1" strike="noStrike">
              <a:solidFill>
                <a:srgbClr val="000000"/>
              </a:solidFill>
              <a:latin typeface="Noto Serif JP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1109880" y="882360"/>
            <a:ext cx="9966240" cy="292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85000"/>
              </a:lnSpc>
              <a:buNone/>
              <a:tabLst>
                <a:tab algn="l" pos="0"/>
              </a:tabLst>
            </a:pPr>
            <a:r>
              <a:rPr b="1" lang="ja-JP" sz="8800" spc="-1" strike="noStrike" cap="all">
                <a:solidFill>
                  <a:srgbClr val="ffffff"/>
                </a:solidFill>
                <a:latin typeface="Corbel"/>
                <a:ea typeface="游ゴシック Light"/>
              </a:rPr>
              <a:t>企画書</a:t>
            </a:r>
            <a:endParaRPr b="0" lang="en-US" sz="8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ubTitle"/>
          </p:nvPr>
        </p:nvSpPr>
        <p:spPr>
          <a:xfrm>
            <a:off x="1523880" y="3760200"/>
            <a:ext cx="9962640" cy="165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algn="ctr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800" spc="-1" strike="noStrike">
                <a:solidFill>
                  <a:srgbClr val="ffffff"/>
                </a:solidFill>
                <a:latin typeface="Corbel"/>
                <a:ea typeface="游ゴシック"/>
              </a:rPr>
              <a:t>目標 </a:t>
            </a:r>
            <a:r>
              <a:rPr b="1" lang="en-US" sz="2800" spc="-1" strike="noStrike">
                <a:solidFill>
                  <a:srgbClr val="ffffff"/>
                </a:solidFill>
                <a:latin typeface="Corbel"/>
                <a:ea typeface="游ゴシック"/>
              </a:rPr>
              <a:t>: </a:t>
            </a:r>
            <a:r>
              <a:rPr b="1" lang="ja-JP" sz="2800" spc="-1" strike="noStrike">
                <a:solidFill>
                  <a:srgbClr val="ffffff"/>
                </a:solidFill>
                <a:latin typeface="Corbel"/>
                <a:ea typeface="游ゴシック"/>
              </a:rPr>
              <a:t>格ゲーと動物を組み合わせたゲームを作る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orbel"/>
                <a:ea typeface="游ゴシック"/>
              </a:rPr>
              <a:t>※</a:t>
            </a:r>
            <a:r>
              <a:rPr b="1" lang="ja-JP" sz="2800" spc="-1" strike="noStrike">
                <a:solidFill>
                  <a:srgbClr val="ffffff"/>
                </a:solidFill>
                <a:latin typeface="Corbel"/>
                <a:ea typeface="游ゴシック"/>
              </a:rPr>
              <a:t>参考にするゲーム </a:t>
            </a:r>
            <a:r>
              <a:rPr b="1" lang="en-US" sz="2800" spc="-1" strike="noStrike">
                <a:solidFill>
                  <a:srgbClr val="ffffff"/>
                </a:solidFill>
                <a:latin typeface="Corbel"/>
                <a:ea typeface="游ゴシック"/>
              </a:rPr>
              <a:t>:</a:t>
            </a:r>
            <a:r>
              <a:rPr b="1" lang="en-US" sz="2800" spc="-1" strike="noStrike">
                <a:solidFill>
                  <a:srgbClr val="ff0000"/>
                </a:solidFill>
                <a:latin typeface="Corbel"/>
                <a:ea typeface="游ゴシック"/>
              </a:rPr>
              <a:t> </a:t>
            </a:r>
            <a:r>
              <a:rPr b="1" lang="ja-JP" sz="2800" spc="-1" strike="noStrike">
                <a:solidFill>
                  <a:srgbClr val="ff0000"/>
                </a:solidFill>
                <a:latin typeface="Corbel"/>
                <a:ea typeface="游ゴシック"/>
              </a:rPr>
              <a:t>ストリートファイター</a:t>
            </a:r>
            <a:r>
              <a:rPr b="1" lang="en-US" sz="2800" spc="-1" strike="noStrike">
                <a:solidFill>
                  <a:srgbClr val="ff0000"/>
                </a:solidFill>
                <a:latin typeface="Corbel"/>
                <a:ea typeface="游ゴシック"/>
              </a:rPr>
              <a:t>6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4800" cy="13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ja-JP" sz="7200" spc="-1" strike="noStrike">
                <a:solidFill>
                  <a:schemeClr val="accent1"/>
                </a:solidFill>
                <a:latin typeface="Corbel"/>
                <a:ea typeface="游ゴシック Light"/>
              </a:rPr>
              <a:t>基本方針</a:t>
            </a:r>
            <a:endParaRPr b="0" lang="en-US" sz="7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テキスト ボックス 3"/>
          <p:cNvSpPr/>
          <p:nvPr/>
        </p:nvSpPr>
        <p:spPr>
          <a:xfrm>
            <a:off x="1477800" y="1944720"/>
            <a:ext cx="9714600" cy="33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タイトル名 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:  </a:t>
            </a:r>
            <a:r>
              <a:rPr b="0" lang="en-US" sz="3600" spc="-1" strike="noStrike" u="sng">
                <a:solidFill>
                  <a:schemeClr val="dk1"/>
                </a:solidFill>
                <a:uFillTx/>
                <a:latin typeface="Corbel"/>
                <a:ea typeface="游ゴシック"/>
              </a:rPr>
              <a:t>Animal Fighter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ジャンル 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: 3D</a:t>
            </a: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格闘ゲーム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(</a:t>
            </a: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オンライン実装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開発期間 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: </a:t>
            </a: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約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4</a:t>
            </a: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カ月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(</a:t>
            </a:r>
            <a:r>
              <a:rPr b="0" lang="en-US" sz="3200" spc="-1" strike="noStrike">
                <a:solidFill>
                  <a:schemeClr val="dk1"/>
                </a:solidFill>
                <a:latin typeface="Corbel"/>
                <a:ea typeface="游ゴシック"/>
              </a:rPr>
              <a:t> 10</a:t>
            </a:r>
            <a:r>
              <a:rPr b="0" lang="ja-JP" sz="3200" spc="-1" strike="noStrike">
                <a:solidFill>
                  <a:schemeClr val="dk1"/>
                </a:solidFill>
                <a:latin typeface="Corbel"/>
                <a:ea typeface="游ゴシック"/>
              </a:rPr>
              <a:t>月 </a:t>
            </a:r>
            <a:r>
              <a:rPr b="0" lang="en-US" sz="3200" spc="-1" strike="noStrike">
                <a:solidFill>
                  <a:schemeClr val="dk1"/>
                </a:solidFill>
                <a:latin typeface="Corbel"/>
                <a:ea typeface="游ゴシック"/>
              </a:rPr>
              <a:t>1</a:t>
            </a:r>
            <a:r>
              <a:rPr b="0" lang="ja-JP" sz="3200" spc="-1" strike="noStrike">
                <a:solidFill>
                  <a:schemeClr val="dk1"/>
                </a:solidFill>
                <a:latin typeface="Corbel"/>
                <a:ea typeface="游ゴシック"/>
              </a:rPr>
              <a:t>日 ～ </a:t>
            </a:r>
            <a:r>
              <a:rPr b="0" lang="en-US" sz="3200" spc="-1" strike="noStrike">
                <a:solidFill>
                  <a:schemeClr val="dk1"/>
                </a:solidFill>
                <a:latin typeface="Corbel"/>
                <a:ea typeface="游ゴシック"/>
              </a:rPr>
              <a:t>1 </a:t>
            </a:r>
            <a:r>
              <a:rPr b="0" lang="ja-JP" sz="3200" spc="-1" strike="noStrike">
                <a:solidFill>
                  <a:schemeClr val="dk1"/>
                </a:solidFill>
                <a:latin typeface="Corbel"/>
                <a:ea typeface="游ゴシック"/>
              </a:rPr>
              <a:t>月中旬予定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開発エンジン 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: Unity6000.4.2f1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使用する技術 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: Photon(</a:t>
            </a: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ネットワーク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)​</a:t>
            </a:r>
            <a:br>
              <a:rPr sz="3600"/>
            </a:br>
            <a:r>
              <a:rPr b="0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バージョン管理 </a:t>
            </a:r>
            <a:r>
              <a:rPr b="0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: GitHub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4800" cy="13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ja-JP" sz="7200" spc="-1" strike="noStrike">
                <a:solidFill>
                  <a:schemeClr val="accent1"/>
                </a:solidFill>
                <a:latin typeface="Corbel"/>
                <a:ea typeface="游ゴシック Light"/>
              </a:rPr>
              <a:t>概要</a:t>
            </a:r>
            <a:endParaRPr b="0" lang="en-US" sz="7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テキスト ボックス 3"/>
          <p:cNvSpPr/>
          <p:nvPr/>
        </p:nvSpPr>
        <p:spPr>
          <a:xfrm>
            <a:off x="2002680" y="1594080"/>
            <a:ext cx="5917320" cy="30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4400" spc="-1" strike="noStrike">
                <a:solidFill>
                  <a:schemeClr val="dk1"/>
                </a:solidFill>
                <a:latin typeface="Corbel"/>
                <a:ea typeface="游ゴシック"/>
              </a:rPr>
              <a:t>●</a:t>
            </a:r>
            <a:r>
              <a:rPr b="1" lang="ja-JP" sz="4400" spc="-1" strike="noStrike">
                <a:solidFill>
                  <a:schemeClr val="dk1"/>
                </a:solidFill>
                <a:latin typeface="Corbel"/>
                <a:ea typeface="游ゴシック"/>
              </a:rPr>
              <a:t>テーマ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1" lang="ja-JP" sz="4400" spc="-1" strike="noStrike">
                <a:solidFill>
                  <a:schemeClr val="dk1"/>
                </a:solidFill>
                <a:latin typeface="Corbel"/>
                <a:ea typeface="游ゴシック"/>
              </a:rPr>
              <a:t>　</a:t>
            </a:r>
            <a:r>
              <a:rPr b="1" lang="ja-JP" sz="5400" spc="-1" strike="noStrike">
                <a:solidFill>
                  <a:srgbClr val="ff0000"/>
                </a:solidFill>
                <a:latin typeface="Corbel"/>
                <a:ea typeface="游ゴシック"/>
              </a:rPr>
              <a:t>格闘</a:t>
            </a:r>
            <a:r>
              <a:rPr b="1" lang="ja-JP" sz="5400" spc="-1" strike="noStrike">
                <a:solidFill>
                  <a:schemeClr val="dk1"/>
                </a:solidFill>
                <a:latin typeface="Corbel"/>
                <a:ea typeface="游ゴシック"/>
              </a:rPr>
              <a:t>　✖　</a:t>
            </a:r>
            <a:r>
              <a:rPr b="1" lang="ja-JP" sz="5400" spc="-1" strike="noStrike">
                <a:solidFill>
                  <a:schemeClr val="accent3">
                    <a:lumMod val="40000"/>
                    <a:lumOff val="60000"/>
                  </a:schemeClr>
                </a:solidFill>
                <a:latin typeface="Corbel"/>
                <a:ea typeface="游ゴシック"/>
              </a:rPr>
              <a:t>動物   </a:t>
            </a:r>
            <a:r>
              <a:rPr b="1" lang="ja-JP" sz="4000" spc="-1" strike="noStrike">
                <a:solidFill>
                  <a:schemeClr val="dk1"/>
                </a:solidFill>
                <a:latin typeface="Corbel"/>
                <a:ea typeface="游ゴシック"/>
              </a:rPr>
              <a:t>　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テキスト ボックス 2"/>
          <p:cNvSpPr/>
          <p:nvPr/>
        </p:nvSpPr>
        <p:spPr>
          <a:xfrm>
            <a:off x="2006640" y="4397040"/>
            <a:ext cx="9630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動物</a:t>
            </a:r>
            <a:r>
              <a:rPr b="1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(</a:t>
            </a:r>
            <a:r>
              <a:rPr b="1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擬人化</a:t>
            </a:r>
            <a:r>
              <a:rPr b="1" lang="en-US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)</a:t>
            </a:r>
            <a:r>
              <a:rPr b="1" lang="ja-JP" sz="3600" spc="-1" strike="noStrike">
                <a:solidFill>
                  <a:schemeClr val="dk1"/>
                </a:solidFill>
                <a:latin typeface="Corbel"/>
                <a:ea typeface="游ゴシック"/>
              </a:rPr>
              <a:t>をプレイヤーとして戦わせる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4800" cy="13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ja-JP" sz="7200" spc="-1" strike="noStrike">
                <a:solidFill>
                  <a:schemeClr val="accent1"/>
                </a:solidFill>
                <a:latin typeface="Corbel"/>
                <a:ea typeface="游ゴシック Light"/>
              </a:rPr>
              <a:t>入れる要素</a:t>
            </a:r>
            <a:endParaRPr b="0" lang="en-US" sz="7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838080" y="1764720"/>
            <a:ext cx="11703600" cy="441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・格ゲーにあらかじめある要素はできる限り実装する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※</a:t>
            </a:r>
            <a:r>
              <a:rPr b="1" lang="ja-JP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掴み実装しない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キャラクターは</a:t>
            </a:r>
            <a:r>
              <a:rPr b="1" lang="en-US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2</a:t>
            </a:r>
            <a:r>
              <a:rPr b="1" lang="ja-JP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体を想定</a:t>
            </a:r>
            <a:r>
              <a:rPr b="1" lang="en-US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(</a:t>
            </a:r>
            <a:r>
              <a:rPr b="1" lang="ja-JP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時間次第ではもっと増えるかも</a:t>
            </a:r>
            <a:r>
              <a:rPr b="1" lang="en-US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操作は「クラシック」と「モダン」の</a:t>
            </a:r>
            <a:r>
              <a:rPr b="1" lang="en-US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2</a:t>
            </a:r>
            <a:r>
              <a:rPr b="1" lang="ja-JP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タイプを想定する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※</a:t>
            </a:r>
            <a:r>
              <a:rPr b="1" lang="ja-JP" sz="3200" spc="-1" strike="noStrike">
                <a:solidFill>
                  <a:schemeClr val="accent1"/>
                </a:solidFill>
                <a:latin typeface="Corbel"/>
                <a:ea typeface="游ゴシック"/>
              </a:rPr>
              <a:t>キーボードも対応させる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143000" y="609480"/>
            <a:ext cx="9874800" cy="13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ja-JP" sz="7200" spc="-1" strike="noStrike">
                <a:solidFill>
                  <a:schemeClr val="accent1"/>
                </a:solidFill>
                <a:latin typeface="Corbel"/>
                <a:ea typeface="游ゴシック Light"/>
              </a:rPr>
              <a:t>ゲームフロー</a:t>
            </a:r>
            <a:endParaRPr b="0" lang="en-US" sz="7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四角形: 角を丸くする 3"/>
          <p:cNvSpPr/>
          <p:nvPr/>
        </p:nvSpPr>
        <p:spPr>
          <a:xfrm>
            <a:off x="465840" y="2868120"/>
            <a:ext cx="2189160" cy="9802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48501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ja-JP" sz="1800" spc="-1" strike="noStrike">
                <a:solidFill>
                  <a:schemeClr val="lt1"/>
                </a:solidFill>
                <a:latin typeface="Corbel"/>
                <a:ea typeface="游ゴシック"/>
              </a:rPr>
              <a:t>タイトル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矢印: 右 4"/>
          <p:cNvSpPr/>
          <p:nvPr/>
        </p:nvSpPr>
        <p:spPr>
          <a:xfrm>
            <a:off x="2862360" y="2999160"/>
            <a:ext cx="780840" cy="722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a6b727"/>
          </a:solidFill>
          <a:ln>
            <a:solidFill>
              <a:srgbClr val="48501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orbel"/>
            </a:endParaRPr>
          </a:p>
        </p:txBody>
      </p:sp>
      <p:sp>
        <p:nvSpPr>
          <p:cNvPr id="75" name="四角形: 角を丸くする 5"/>
          <p:cNvSpPr/>
          <p:nvPr/>
        </p:nvSpPr>
        <p:spPr>
          <a:xfrm>
            <a:off x="3904920" y="2868120"/>
            <a:ext cx="2189160" cy="9802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48501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ja-JP" sz="1800" spc="-1" strike="noStrike">
                <a:solidFill>
                  <a:schemeClr val="lt1"/>
                </a:solidFill>
                <a:latin typeface="Corbel"/>
                <a:ea typeface="游ゴシック"/>
              </a:rPr>
              <a:t>メニュー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矢印: 右 6"/>
          <p:cNvSpPr/>
          <p:nvPr/>
        </p:nvSpPr>
        <p:spPr>
          <a:xfrm>
            <a:off x="6537240" y="2998080"/>
            <a:ext cx="780840" cy="722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a6b727"/>
          </a:solidFill>
          <a:ln>
            <a:solidFill>
              <a:srgbClr val="48501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orbel"/>
            </a:endParaRPr>
          </a:p>
        </p:txBody>
      </p:sp>
      <p:sp>
        <p:nvSpPr>
          <p:cNvPr id="77" name="四角形: 角を丸くする 7"/>
          <p:cNvSpPr/>
          <p:nvPr/>
        </p:nvSpPr>
        <p:spPr>
          <a:xfrm>
            <a:off x="7676640" y="2868120"/>
            <a:ext cx="2189160" cy="9802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48501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ja-JP" sz="1800" spc="-1" strike="noStrike">
                <a:solidFill>
                  <a:schemeClr val="lt1"/>
                </a:solidFill>
                <a:latin typeface="Corbel"/>
                <a:ea typeface="游ゴシック"/>
              </a:rPr>
              <a:t>キャラ選択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矢印: 右 8"/>
          <p:cNvSpPr/>
          <p:nvPr/>
        </p:nvSpPr>
        <p:spPr>
          <a:xfrm rot="5400000">
            <a:off x="8383680" y="4076280"/>
            <a:ext cx="780840" cy="7221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a6b727"/>
          </a:solidFill>
          <a:ln>
            <a:solidFill>
              <a:srgbClr val="48501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orbel"/>
            </a:endParaRPr>
          </a:p>
        </p:txBody>
      </p:sp>
      <p:sp>
        <p:nvSpPr>
          <p:cNvPr id="79" name="四角形: 角を丸くする 9"/>
          <p:cNvSpPr/>
          <p:nvPr/>
        </p:nvSpPr>
        <p:spPr>
          <a:xfrm>
            <a:off x="7676640" y="5265000"/>
            <a:ext cx="2189160" cy="9802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48501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ja-JP" sz="1800" spc="-1" strike="noStrike">
                <a:solidFill>
                  <a:schemeClr val="lt1"/>
                </a:solidFill>
                <a:latin typeface="Corbel"/>
                <a:ea typeface="游ゴシック"/>
              </a:rPr>
              <a:t>ゲームプレイ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1157040" y="245160"/>
            <a:ext cx="9874800" cy="13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1111"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ja-JP" sz="7200" spc="-1" strike="noStrike">
                <a:solidFill>
                  <a:schemeClr val="accent1"/>
                </a:solidFill>
                <a:latin typeface="Corbel"/>
                <a:ea typeface="游ゴシック Light"/>
              </a:rPr>
              <a:t>ゲーム操作</a:t>
            </a:r>
            <a:r>
              <a:rPr b="1" lang="en-US" sz="7200" spc="-1" strike="noStrike">
                <a:solidFill>
                  <a:schemeClr val="accent1"/>
                </a:solidFill>
                <a:latin typeface="Corbel"/>
                <a:ea typeface="游ゴシック Light"/>
              </a:rPr>
              <a:t>(</a:t>
            </a:r>
            <a:r>
              <a:rPr b="1" lang="ja-JP" sz="7200" spc="-1" strike="noStrike">
                <a:solidFill>
                  <a:schemeClr val="accent1"/>
                </a:solidFill>
                <a:latin typeface="Corbel"/>
                <a:ea typeface="游ゴシック Light"/>
              </a:rPr>
              <a:t>ゲームパッド</a:t>
            </a:r>
            <a:r>
              <a:rPr b="1" lang="en-US" sz="7200" spc="-1" strike="noStrike">
                <a:solidFill>
                  <a:schemeClr val="accent1"/>
                </a:solidFill>
                <a:latin typeface="Corbel"/>
                <a:ea typeface="游ゴシック Light"/>
              </a:rPr>
              <a:t>)</a:t>
            </a:r>
            <a:endParaRPr b="0" lang="en-US" sz="7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" name="Picture 4" descr=""/>
          <p:cNvPicPr/>
          <p:nvPr/>
        </p:nvPicPr>
        <p:blipFill>
          <a:blip r:embed="rId1"/>
          <a:stretch/>
        </p:blipFill>
        <p:spPr>
          <a:xfrm>
            <a:off x="1814760" y="1611360"/>
            <a:ext cx="8561880" cy="4527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397800" y="271080"/>
            <a:ext cx="11590200" cy="13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ja-JP" sz="4400" spc="-1" strike="noStrike">
                <a:solidFill>
                  <a:schemeClr val="accent1"/>
                </a:solidFill>
                <a:latin typeface="Corbel"/>
              </a:rPr>
              <a:t>・ハブ空間の実装</a:t>
            </a:r>
            <a:r>
              <a:rPr b="0" lang="en-US" sz="4400" spc="-1" strike="noStrike">
                <a:solidFill>
                  <a:schemeClr val="accent1"/>
                </a:solidFill>
                <a:latin typeface="Corbel"/>
              </a:rPr>
              <a:t>(</a:t>
            </a:r>
            <a:r>
              <a:rPr b="0" lang="ja-JP" sz="4400" spc="-1" strike="noStrike">
                <a:solidFill>
                  <a:schemeClr val="accent1"/>
                </a:solidFill>
                <a:latin typeface="Corbel"/>
              </a:rPr>
              <a:t>参考 </a:t>
            </a:r>
            <a:r>
              <a:rPr b="0" lang="en-US" sz="4400" spc="-1" strike="noStrike">
                <a:solidFill>
                  <a:schemeClr val="accent1"/>
                </a:solidFill>
                <a:latin typeface="Corbel"/>
              </a:rPr>
              <a:t>: </a:t>
            </a:r>
            <a:r>
              <a:rPr b="0" lang="ja-JP" sz="4400" spc="-1" strike="noStrike">
                <a:solidFill>
                  <a:schemeClr val="accent1"/>
                </a:solidFill>
                <a:latin typeface="Corbel"/>
              </a:rPr>
              <a:t>スト</a:t>
            </a:r>
            <a:r>
              <a:rPr b="0" lang="en-US" sz="4400" spc="-1" strike="noStrike">
                <a:solidFill>
                  <a:schemeClr val="accent1"/>
                </a:solidFill>
                <a:latin typeface="Corbel"/>
              </a:rPr>
              <a:t>6</a:t>
            </a:r>
            <a:r>
              <a:rPr b="0" lang="ja-JP" sz="4400" spc="-1" strike="noStrike">
                <a:solidFill>
                  <a:schemeClr val="accent1"/>
                </a:solidFill>
                <a:latin typeface="Corbel"/>
              </a:rPr>
              <a:t>のバトルハブ</a:t>
            </a:r>
            <a:r>
              <a:rPr b="0" lang="en-US" sz="4400" spc="-1" strike="noStrike">
                <a:solidFill>
                  <a:schemeClr val="accent1"/>
                </a:solidFill>
                <a:latin typeface="Corbel"/>
              </a:rPr>
              <a:t>)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1143000" y="2057400"/>
            <a:ext cx="9872280" cy="403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9999"/>
          </a:bodyPr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・ハブ形式 </a:t>
            </a:r>
            <a:r>
              <a:rPr b="1" lang="en-US" sz="2200" spc="-1" strike="noStrike">
                <a:solidFill>
                  <a:schemeClr val="accent1"/>
                </a:solidFill>
                <a:latin typeface="Corbel"/>
              </a:rPr>
              <a:t>: 3D</a:t>
            </a: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ゲームセンター型オンラインハブ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・ネットワーク </a:t>
            </a:r>
            <a:r>
              <a:rPr b="1" lang="en-US" sz="2200" spc="-1" strike="noStrike">
                <a:solidFill>
                  <a:schemeClr val="accent1"/>
                </a:solidFill>
                <a:latin typeface="Corbel"/>
              </a:rPr>
              <a:t>: Photon Fusion2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・ </a:t>
            </a:r>
            <a:r>
              <a:rPr b="1" lang="en-US" sz="2200" spc="-1" strike="noStrike">
                <a:solidFill>
                  <a:schemeClr val="accent1"/>
                </a:solidFill>
                <a:latin typeface="Corbel"/>
              </a:rPr>
              <a:t>1</a:t>
            </a: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ルームの最大人数 </a:t>
            </a:r>
            <a:r>
              <a:rPr b="1" lang="en-US" sz="2200" spc="-1" strike="noStrike">
                <a:solidFill>
                  <a:schemeClr val="accent1"/>
                </a:solidFill>
                <a:latin typeface="Corbel"/>
              </a:rPr>
              <a:t>: 8</a:t>
            </a: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人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・公開ルーム </a:t>
            </a:r>
            <a:r>
              <a:rPr b="1" lang="en-US" sz="2200" spc="-1" strike="noStrike">
                <a:solidFill>
                  <a:schemeClr val="accent1"/>
                </a:solidFill>
                <a:latin typeface="Corbel"/>
              </a:rPr>
              <a:t>: Public Server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・プライベートルーム </a:t>
            </a:r>
            <a:r>
              <a:rPr b="1" lang="en-US" sz="2200" spc="-1" strike="noStrike">
                <a:solidFill>
                  <a:schemeClr val="accent1"/>
                </a:solidFill>
                <a:latin typeface="Corbel"/>
              </a:rPr>
              <a:t>: Private Server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・ オフライン ローカルでハブに入場可能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・筐体 </a:t>
            </a:r>
            <a:r>
              <a:rPr b="1" lang="en-US" sz="2200" spc="-1" strike="noStrike">
                <a:solidFill>
                  <a:schemeClr val="accent1"/>
                </a:solidFill>
                <a:latin typeface="Corbel"/>
              </a:rPr>
              <a:t>: </a:t>
            </a: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チュートリアル・</a:t>
            </a:r>
            <a:r>
              <a:rPr b="1" lang="en-US" sz="2200" spc="-1" strike="noStrike">
                <a:solidFill>
                  <a:schemeClr val="accent1"/>
                </a:solidFill>
                <a:latin typeface="Corbel"/>
              </a:rPr>
              <a:t>CPU</a:t>
            </a: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戦から開始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・プレイヤー表示・頭上の名前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・将来的な拡張 </a:t>
            </a:r>
            <a:r>
              <a:rPr b="1" lang="en-US" sz="2200" spc="-1" strike="noStrike">
                <a:solidFill>
                  <a:schemeClr val="accent1"/>
                </a:solidFill>
                <a:latin typeface="Corbel"/>
              </a:rPr>
              <a:t>: </a:t>
            </a:r>
            <a:r>
              <a:rPr b="1" lang="ja-JP" sz="2200" spc="-1" strike="noStrike">
                <a:solidFill>
                  <a:schemeClr val="accent1"/>
                </a:solidFill>
                <a:latin typeface="Corbel"/>
              </a:rPr>
              <a:t>プレイヤー同士の筐体対戦・チャット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45720" indent="0" defTabSz="914400">
              <a:lnSpc>
                <a:spcPct val="90000"/>
              </a:lnSpc>
              <a:spcBef>
                <a:spcPts val="1400"/>
              </a:spcBef>
              <a:buNone/>
              <a:tabLst>
                <a:tab algn="l" pos="0"/>
              </a:tabLst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7560000" y="2235240"/>
            <a:ext cx="4679640" cy="64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▼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参照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: </a:t>
            </a:r>
            <a:r>
              <a:rPr b="0" lang="ja-JP" sz="1800" spc="-1" strike="noStrike">
                <a:solidFill>
                  <a:srgbClr val="000000"/>
                </a:solidFill>
                <a:latin typeface="Arial"/>
              </a:rPr>
              <a:t>ストリートファイター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6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5" name="" descr=""/>
          <p:cNvPicPr/>
          <p:nvPr/>
        </p:nvPicPr>
        <p:blipFill>
          <a:blip r:embed="rId1"/>
          <a:stretch/>
        </p:blipFill>
        <p:spPr>
          <a:xfrm>
            <a:off x="7560000" y="2880000"/>
            <a:ext cx="3779640" cy="2339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 pitchFamily="0" charset="1"/>
        <a:ea typeface=""/>
        <a:cs typeface=""/>
      </a:majorFont>
      <a:minorFont>
        <a:latin typeface="Corbel" panose="020B0503020204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5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</a:schemeClr>
        </a:solidFill>
        <a:solidFill>
          <a:schemeClr val="phClr">
            <a:tint val="90000"/>
            <a:shade val="85000"/>
            <a:lumMod val="110000"/>
          </a:schemeClr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PDF_Converter/1.0.0.0$Windows_X86_64 LibreOffice_project/</Application>
  <AppVersion>15.0000</AppVersion>
  <Words>231</Words>
  <Paragraphs>38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2026-09-28T02:36:21Z</dcterms:created>
  <dc:creator/>
  <dc:description/>
  <dc:language>ja-JP</dc:language>
  <cp:lastModifiedBy/>
  <dcterms:modified xsi:type="dcterms:W3CDTF">2026-10-21T20:22:45Z</dcterms:modified>
  <cp:revision>208</cp:revision>
  <dc:subject/>
  <dc:title>企画書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ワイド画面</vt:lpwstr>
  </property>
  <property fmtid="{D5CDD505-2E9C-101B-9397-08002B2CF9AE}" pid="3" name="Slides">
    <vt:i4>7</vt:i4>
  </property>
</Properties>
</file>